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Lst>
  <p:sldSz cy="42480000" cx="30276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380">
          <p15:clr>
            <a:srgbClr val="747775"/>
          </p15:clr>
        </p15:guide>
        <p15:guide id="2" pos="953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380" orient="horz"/>
        <p:guide pos="9536"/>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07378" y="685800"/>
            <a:ext cx="2444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207378" y="685800"/>
            <a:ext cx="24441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032074" y="6149421"/>
            <a:ext cx="28211700" cy="16952400"/>
          </a:xfrm>
          <a:prstGeom prst="rect">
            <a:avLst/>
          </a:prstGeom>
        </p:spPr>
        <p:txBody>
          <a:bodyPr anchorCtr="0" anchor="b" bIns="454275" lIns="454275" spcFirstLastPara="1" rIns="454275" wrap="square" tIns="454275">
            <a:normAutofit/>
          </a:bodyPr>
          <a:lstStyle>
            <a:lvl1pPr lvl="0" algn="ctr">
              <a:spcBef>
                <a:spcPts val="0"/>
              </a:spcBef>
              <a:spcAft>
                <a:spcPts val="0"/>
              </a:spcAft>
              <a:buSzPts val="25839"/>
              <a:buNone/>
              <a:defRPr sz="25839"/>
            </a:lvl1pPr>
            <a:lvl2pPr lvl="1" algn="ctr">
              <a:spcBef>
                <a:spcPts val="0"/>
              </a:spcBef>
              <a:spcAft>
                <a:spcPts val="0"/>
              </a:spcAft>
              <a:buSzPts val="25839"/>
              <a:buNone/>
              <a:defRPr sz="25839"/>
            </a:lvl2pPr>
            <a:lvl3pPr lvl="2" algn="ctr">
              <a:spcBef>
                <a:spcPts val="0"/>
              </a:spcBef>
              <a:spcAft>
                <a:spcPts val="0"/>
              </a:spcAft>
              <a:buSzPts val="25839"/>
              <a:buNone/>
              <a:defRPr sz="25839"/>
            </a:lvl3pPr>
            <a:lvl4pPr lvl="3" algn="ctr">
              <a:spcBef>
                <a:spcPts val="0"/>
              </a:spcBef>
              <a:spcAft>
                <a:spcPts val="0"/>
              </a:spcAft>
              <a:buSzPts val="25839"/>
              <a:buNone/>
              <a:defRPr sz="25839"/>
            </a:lvl4pPr>
            <a:lvl5pPr lvl="4" algn="ctr">
              <a:spcBef>
                <a:spcPts val="0"/>
              </a:spcBef>
              <a:spcAft>
                <a:spcPts val="0"/>
              </a:spcAft>
              <a:buSzPts val="25839"/>
              <a:buNone/>
              <a:defRPr sz="25839"/>
            </a:lvl5pPr>
            <a:lvl6pPr lvl="5" algn="ctr">
              <a:spcBef>
                <a:spcPts val="0"/>
              </a:spcBef>
              <a:spcAft>
                <a:spcPts val="0"/>
              </a:spcAft>
              <a:buSzPts val="25839"/>
              <a:buNone/>
              <a:defRPr sz="25839"/>
            </a:lvl6pPr>
            <a:lvl7pPr lvl="6" algn="ctr">
              <a:spcBef>
                <a:spcPts val="0"/>
              </a:spcBef>
              <a:spcAft>
                <a:spcPts val="0"/>
              </a:spcAft>
              <a:buSzPts val="25839"/>
              <a:buNone/>
              <a:defRPr sz="25839"/>
            </a:lvl7pPr>
            <a:lvl8pPr lvl="7" algn="ctr">
              <a:spcBef>
                <a:spcPts val="0"/>
              </a:spcBef>
              <a:spcAft>
                <a:spcPts val="0"/>
              </a:spcAft>
              <a:buSzPts val="25839"/>
              <a:buNone/>
              <a:defRPr sz="25839"/>
            </a:lvl8pPr>
            <a:lvl9pPr lvl="8" algn="ctr">
              <a:spcBef>
                <a:spcPts val="0"/>
              </a:spcBef>
              <a:spcAft>
                <a:spcPts val="0"/>
              </a:spcAft>
              <a:buSzPts val="25839"/>
              <a:buNone/>
              <a:defRPr sz="25839"/>
            </a:lvl9pPr>
          </a:lstStyle>
          <a:p/>
        </p:txBody>
      </p:sp>
      <p:sp>
        <p:nvSpPr>
          <p:cNvPr id="11" name="Google Shape;11;p2"/>
          <p:cNvSpPr txBox="1"/>
          <p:nvPr>
            <p:ph idx="1" type="subTitle"/>
          </p:nvPr>
        </p:nvSpPr>
        <p:spPr>
          <a:xfrm>
            <a:off x="1032046" y="23406947"/>
            <a:ext cx="28211700" cy="6546600"/>
          </a:xfrm>
          <a:prstGeom prst="rect">
            <a:avLst/>
          </a:prstGeom>
        </p:spPr>
        <p:txBody>
          <a:bodyPr anchorCtr="0" anchor="t" bIns="454275" lIns="454275" spcFirstLastPara="1" rIns="454275" wrap="square" tIns="454275">
            <a:normAutofit/>
          </a:bodyPr>
          <a:lstStyle>
            <a:lvl1pPr lvl="0" algn="ctr">
              <a:lnSpc>
                <a:spcPct val="100000"/>
              </a:lnSpc>
              <a:spcBef>
                <a:spcPts val="0"/>
              </a:spcBef>
              <a:spcAft>
                <a:spcPts val="0"/>
              </a:spcAft>
              <a:buSzPts val="13913"/>
              <a:buNone/>
              <a:defRPr sz="13913"/>
            </a:lvl1pPr>
            <a:lvl2pPr lvl="1" algn="ctr">
              <a:lnSpc>
                <a:spcPct val="100000"/>
              </a:lnSpc>
              <a:spcBef>
                <a:spcPts val="0"/>
              </a:spcBef>
              <a:spcAft>
                <a:spcPts val="0"/>
              </a:spcAft>
              <a:buSzPts val="13913"/>
              <a:buNone/>
              <a:defRPr sz="13913"/>
            </a:lvl2pPr>
            <a:lvl3pPr lvl="2" algn="ctr">
              <a:lnSpc>
                <a:spcPct val="100000"/>
              </a:lnSpc>
              <a:spcBef>
                <a:spcPts val="0"/>
              </a:spcBef>
              <a:spcAft>
                <a:spcPts val="0"/>
              </a:spcAft>
              <a:buSzPts val="13913"/>
              <a:buNone/>
              <a:defRPr sz="13913"/>
            </a:lvl3pPr>
            <a:lvl4pPr lvl="3" algn="ctr">
              <a:lnSpc>
                <a:spcPct val="100000"/>
              </a:lnSpc>
              <a:spcBef>
                <a:spcPts val="0"/>
              </a:spcBef>
              <a:spcAft>
                <a:spcPts val="0"/>
              </a:spcAft>
              <a:buSzPts val="13913"/>
              <a:buNone/>
              <a:defRPr sz="13913"/>
            </a:lvl4pPr>
            <a:lvl5pPr lvl="4" algn="ctr">
              <a:lnSpc>
                <a:spcPct val="100000"/>
              </a:lnSpc>
              <a:spcBef>
                <a:spcPts val="0"/>
              </a:spcBef>
              <a:spcAft>
                <a:spcPts val="0"/>
              </a:spcAft>
              <a:buSzPts val="13913"/>
              <a:buNone/>
              <a:defRPr sz="13913"/>
            </a:lvl5pPr>
            <a:lvl6pPr lvl="5" algn="ctr">
              <a:lnSpc>
                <a:spcPct val="100000"/>
              </a:lnSpc>
              <a:spcBef>
                <a:spcPts val="0"/>
              </a:spcBef>
              <a:spcAft>
                <a:spcPts val="0"/>
              </a:spcAft>
              <a:buSzPts val="13913"/>
              <a:buNone/>
              <a:defRPr sz="13913"/>
            </a:lvl6pPr>
            <a:lvl7pPr lvl="6" algn="ctr">
              <a:lnSpc>
                <a:spcPct val="100000"/>
              </a:lnSpc>
              <a:spcBef>
                <a:spcPts val="0"/>
              </a:spcBef>
              <a:spcAft>
                <a:spcPts val="0"/>
              </a:spcAft>
              <a:buSzPts val="13913"/>
              <a:buNone/>
              <a:defRPr sz="13913"/>
            </a:lvl7pPr>
            <a:lvl8pPr lvl="7" algn="ctr">
              <a:lnSpc>
                <a:spcPct val="100000"/>
              </a:lnSpc>
              <a:spcBef>
                <a:spcPts val="0"/>
              </a:spcBef>
              <a:spcAft>
                <a:spcPts val="0"/>
              </a:spcAft>
              <a:buSzPts val="13913"/>
              <a:buNone/>
              <a:defRPr sz="13913"/>
            </a:lvl8pPr>
            <a:lvl9pPr lvl="8" algn="ctr">
              <a:lnSpc>
                <a:spcPct val="100000"/>
              </a:lnSpc>
              <a:spcBef>
                <a:spcPts val="0"/>
              </a:spcBef>
              <a:spcAft>
                <a:spcPts val="0"/>
              </a:spcAft>
              <a:buSzPts val="13913"/>
              <a:buNone/>
              <a:defRPr sz="13913"/>
            </a:lvl9pPr>
          </a:lstStyle>
          <a:p/>
        </p:txBody>
      </p:sp>
      <p:sp>
        <p:nvSpPr>
          <p:cNvPr id="12" name="Google Shape;12;p2"/>
          <p:cNvSpPr txBox="1"/>
          <p:nvPr>
            <p:ph idx="12" type="sldNum"/>
          </p:nvPr>
        </p:nvSpPr>
        <p:spPr>
          <a:xfrm>
            <a:off x="28052508" y="38513357"/>
            <a:ext cx="1817100" cy="3250800"/>
          </a:xfrm>
          <a:prstGeom prst="rect">
            <a:avLst/>
          </a:prstGeom>
        </p:spPr>
        <p:txBody>
          <a:bodyPr anchorCtr="0" anchor="ctr" bIns="454275" lIns="454275" spcFirstLastPara="1" rIns="454275" wrap="square" tIns="454275">
            <a:normAutofit/>
          </a:bodyPr>
          <a:lstStyle>
            <a:lvl1pPr lvl="0">
              <a:buNone/>
              <a:defRPr sz="4969"/>
            </a:lvl1pPr>
            <a:lvl2pPr lvl="1">
              <a:buNone/>
              <a:defRPr sz="4969"/>
            </a:lvl2pPr>
            <a:lvl3pPr lvl="2">
              <a:buNone/>
              <a:defRPr sz="4969"/>
            </a:lvl3pPr>
            <a:lvl4pPr lvl="3">
              <a:buNone/>
              <a:defRPr sz="4969"/>
            </a:lvl4pPr>
            <a:lvl5pPr lvl="4">
              <a:buNone/>
              <a:defRPr sz="4969"/>
            </a:lvl5pPr>
            <a:lvl6pPr lvl="5">
              <a:buNone/>
              <a:defRPr sz="4969"/>
            </a:lvl6pPr>
            <a:lvl7pPr lvl="6">
              <a:buNone/>
              <a:defRPr sz="4969"/>
            </a:lvl7pPr>
            <a:lvl8pPr lvl="7">
              <a:buNone/>
              <a:defRPr sz="4969"/>
            </a:lvl8pPr>
            <a:lvl9pPr lvl="8">
              <a:buNone/>
              <a:defRPr sz="4969"/>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032046" y="17763801"/>
            <a:ext cx="28211700" cy="6952800"/>
          </a:xfrm>
          <a:prstGeom prst="rect">
            <a:avLst/>
          </a:prstGeom>
        </p:spPr>
        <p:txBody>
          <a:bodyPr anchorCtr="0" anchor="ctr" bIns="454275" lIns="454275" spcFirstLastPara="1" rIns="454275" wrap="square" tIns="454275">
            <a:normAutofit/>
          </a:bodyPr>
          <a:lstStyle>
            <a:lvl1pPr lvl="0" algn="ctr">
              <a:spcBef>
                <a:spcPts val="0"/>
              </a:spcBef>
              <a:spcAft>
                <a:spcPts val="0"/>
              </a:spcAft>
              <a:buSzPts val="17889"/>
              <a:buNone/>
              <a:defRPr sz="17888"/>
            </a:lvl1pPr>
            <a:lvl2pPr lvl="1" algn="ctr">
              <a:spcBef>
                <a:spcPts val="0"/>
              </a:spcBef>
              <a:spcAft>
                <a:spcPts val="0"/>
              </a:spcAft>
              <a:buSzPts val="17889"/>
              <a:buNone/>
              <a:defRPr sz="17888"/>
            </a:lvl2pPr>
            <a:lvl3pPr lvl="2" algn="ctr">
              <a:spcBef>
                <a:spcPts val="0"/>
              </a:spcBef>
              <a:spcAft>
                <a:spcPts val="0"/>
              </a:spcAft>
              <a:buSzPts val="17889"/>
              <a:buNone/>
              <a:defRPr sz="17888"/>
            </a:lvl3pPr>
            <a:lvl4pPr lvl="3" algn="ctr">
              <a:spcBef>
                <a:spcPts val="0"/>
              </a:spcBef>
              <a:spcAft>
                <a:spcPts val="0"/>
              </a:spcAft>
              <a:buSzPts val="17889"/>
              <a:buNone/>
              <a:defRPr sz="17888"/>
            </a:lvl4pPr>
            <a:lvl5pPr lvl="4" algn="ctr">
              <a:spcBef>
                <a:spcPts val="0"/>
              </a:spcBef>
              <a:spcAft>
                <a:spcPts val="0"/>
              </a:spcAft>
              <a:buSzPts val="17889"/>
              <a:buNone/>
              <a:defRPr sz="17888"/>
            </a:lvl5pPr>
            <a:lvl6pPr lvl="5" algn="ctr">
              <a:spcBef>
                <a:spcPts val="0"/>
              </a:spcBef>
              <a:spcAft>
                <a:spcPts val="0"/>
              </a:spcAft>
              <a:buSzPts val="17889"/>
              <a:buNone/>
              <a:defRPr sz="17888"/>
            </a:lvl6pPr>
            <a:lvl7pPr lvl="6" algn="ctr">
              <a:spcBef>
                <a:spcPts val="0"/>
              </a:spcBef>
              <a:spcAft>
                <a:spcPts val="0"/>
              </a:spcAft>
              <a:buSzPts val="17889"/>
              <a:buNone/>
              <a:defRPr sz="17888"/>
            </a:lvl7pPr>
            <a:lvl8pPr lvl="7" algn="ctr">
              <a:spcBef>
                <a:spcPts val="0"/>
              </a:spcBef>
              <a:spcAft>
                <a:spcPts val="0"/>
              </a:spcAft>
              <a:buSzPts val="17889"/>
              <a:buNone/>
              <a:defRPr sz="17888"/>
            </a:lvl8pPr>
            <a:lvl9pPr lvl="8" algn="ctr">
              <a:spcBef>
                <a:spcPts val="0"/>
              </a:spcBef>
              <a:spcAft>
                <a:spcPts val="0"/>
              </a:spcAft>
              <a:buSzPts val="17889"/>
              <a:buNone/>
              <a:defRPr sz="17888"/>
            </a:lvl9pPr>
          </a:lstStyle>
          <a:p/>
        </p:txBody>
      </p:sp>
      <p:sp>
        <p:nvSpPr>
          <p:cNvPr id="15" name="Google Shape;15;p3"/>
          <p:cNvSpPr txBox="1"/>
          <p:nvPr>
            <p:ph idx="12" type="sldNum"/>
          </p:nvPr>
        </p:nvSpPr>
        <p:spPr>
          <a:xfrm>
            <a:off x="28052508" y="38513357"/>
            <a:ext cx="1817100" cy="3250800"/>
          </a:xfrm>
          <a:prstGeom prst="rect">
            <a:avLst/>
          </a:prstGeom>
        </p:spPr>
        <p:txBody>
          <a:bodyPr anchorCtr="0" anchor="ctr" bIns="454275" lIns="454275" spcFirstLastPara="1" rIns="454275" wrap="square" tIns="454275">
            <a:normAutofit/>
          </a:bodyPr>
          <a:lstStyle>
            <a:lvl1pPr lvl="0">
              <a:buNone/>
              <a:defRPr sz="4969"/>
            </a:lvl1pPr>
            <a:lvl2pPr lvl="1">
              <a:buNone/>
              <a:defRPr sz="4969"/>
            </a:lvl2pPr>
            <a:lvl3pPr lvl="2">
              <a:buNone/>
              <a:defRPr sz="4969"/>
            </a:lvl3pPr>
            <a:lvl4pPr lvl="3">
              <a:buNone/>
              <a:defRPr sz="4969"/>
            </a:lvl4pPr>
            <a:lvl5pPr lvl="4">
              <a:buNone/>
              <a:defRPr sz="4969"/>
            </a:lvl5pPr>
            <a:lvl6pPr lvl="5">
              <a:buNone/>
              <a:defRPr sz="4969"/>
            </a:lvl6pPr>
            <a:lvl7pPr lvl="6">
              <a:buNone/>
              <a:defRPr sz="4969"/>
            </a:lvl7pPr>
            <a:lvl8pPr lvl="7">
              <a:buNone/>
              <a:defRPr sz="4969"/>
            </a:lvl8pPr>
            <a:lvl9pPr lvl="8">
              <a:buNone/>
              <a:defRPr sz="4969"/>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032046" y="3675447"/>
            <a:ext cx="28211700" cy="4730100"/>
          </a:xfrm>
          <a:prstGeom prst="rect">
            <a:avLst/>
          </a:prstGeom>
        </p:spPr>
        <p:txBody>
          <a:bodyPr anchorCtr="0" anchor="t" bIns="454275" lIns="454275" spcFirstLastPara="1" rIns="454275" wrap="square" tIns="454275">
            <a:normAutofit/>
          </a:bodyPr>
          <a:lstStyle>
            <a:lvl1pPr lvl="0">
              <a:spcBef>
                <a:spcPts val="0"/>
              </a:spcBef>
              <a:spcAft>
                <a:spcPts val="0"/>
              </a:spcAft>
              <a:buSzPts val="13913"/>
              <a:buNone/>
              <a:defRPr sz="13913"/>
            </a:lvl1pPr>
            <a:lvl2pPr lvl="1">
              <a:spcBef>
                <a:spcPts val="0"/>
              </a:spcBef>
              <a:spcAft>
                <a:spcPts val="0"/>
              </a:spcAft>
              <a:buSzPts val="13913"/>
              <a:buNone/>
              <a:defRPr sz="13913"/>
            </a:lvl2pPr>
            <a:lvl3pPr lvl="2">
              <a:spcBef>
                <a:spcPts val="0"/>
              </a:spcBef>
              <a:spcAft>
                <a:spcPts val="0"/>
              </a:spcAft>
              <a:buSzPts val="13913"/>
              <a:buNone/>
              <a:defRPr sz="13913"/>
            </a:lvl3pPr>
            <a:lvl4pPr lvl="3">
              <a:spcBef>
                <a:spcPts val="0"/>
              </a:spcBef>
              <a:spcAft>
                <a:spcPts val="0"/>
              </a:spcAft>
              <a:buSzPts val="13913"/>
              <a:buNone/>
              <a:defRPr sz="13913"/>
            </a:lvl4pPr>
            <a:lvl5pPr lvl="4">
              <a:spcBef>
                <a:spcPts val="0"/>
              </a:spcBef>
              <a:spcAft>
                <a:spcPts val="0"/>
              </a:spcAft>
              <a:buSzPts val="13913"/>
              <a:buNone/>
              <a:defRPr sz="13913"/>
            </a:lvl5pPr>
            <a:lvl6pPr lvl="5">
              <a:spcBef>
                <a:spcPts val="0"/>
              </a:spcBef>
              <a:spcAft>
                <a:spcPts val="0"/>
              </a:spcAft>
              <a:buSzPts val="13913"/>
              <a:buNone/>
              <a:defRPr sz="13913"/>
            </a:lvl6pPr>
            <a:lvl7pPr lvl="6">
              <a:spcBef>
                <a:spcPts val="0"/>
              </a:spcBef>
              <a:spcAft>
                <a:spcPts val="0"/>
              </a:spcAft>
              <a:buSzPts val="13913"/>
              <a:buNone/>
              <a:defRPr sz="13913"/>
            </a:lvl7pPr>
            <a:lvl8pPr lvl="7">
              <a:spcBef>
                <a:spcPts val="0"/>
              </a:spcBef>
              <a:spcAft>
                <a:spcPts val="0"/>
              </a:spcAft>
              <a:buSzPts val="13913"/>
              <a:buNone/>
              <a:defRPr sz="13913"/>
            </a:lvl8pPr>
            <a:lvl9pPr lvl="8">
              <a:spcBef>
                <a:spcPts val="0"/>
              </a:spcBef>
              <a:spcAft>
                <a:spcPts val="0"/>
              </a:spcAft>
              <a:buSzPts val="13913"/>
              <a:buNone/>
              <a:defRPr sz="13913"/>
            </a:lvl9pPr>
          </a:lstStyle>
          <a:p/>
        </p:txBody>
      </p:sp>
      <p:sp>
        <p:nvSpPr>
          <p:cNvPr id="18" name="Google Shape;18;p4"/>
          <p:cNvSpPr txBox="1"/>
          <p:nvPr>
            <p:ph idx="1" type="body"/>
          </p:nvPr>
        </p:nvSpPr>
        <p:spPr>
          <a:xfrm>
            <a:off x="1032046" y="9518254"/>
            <a:ext cx="28211700" cy="28216200"/>
          </a:xfrm>
          <a:prstGeom prst="rect">
            <a:avLst/>
          </a:prstGeom>
        </p:spPr>
        <p:txBody>
          <a:bodyPr anchorCtr="0" anchor="t" bIns="454275" lIns="454275" spcFirstLastPara="1" rIns="454275" wrap="square" tIns="454275">
            <a:normAutofit/>
          </a:bodyPr>
          <a:lstStyle>
            <a:lvl1pPr indent="-796561" lvl="0" marL="457200">
              <a:spcBef>
                <a:spcPts val="0"/>
              </a:spcBef>
              <a:spcAft>
                <a:spcPts val="0"/>
              </a:spcAft>
              <a:buSzPts val="8944"/>
              <a:buChar char="●"/>
              <a:defRPr sz="8944"/>
            </a:lvl1pPr>
            <a:lvl2pPr indent="-670348" lvl="1" marL="914400">
              <a:spcBef>
                <a:spcPts val="0"/>
              </a:spcBef>
              <a:spcAft>
                <a:spcPts val="0"/>
              </a:spcAft>
              <a:buSzPts val="6957"/>
              <a:buChar char="○"/>
              <a:defRPr sz="6956"/>
            </a:lvl2pPr>
            <a:lvl3pPr indent="-670348" lvl="2" marL="1371600">
              <a:spcBef>
                <a:spcPts val="0"/>
              </a:spcBef>
              <a:spcAft>
                <a:spcPts val="0"/>
              </a:spcAft>
              <a:buSzPts val="6957"/>
              <a:buChar char="■"/>
              <a:defRPr sz="6956"/>
            </a:lvl3pPr>
            <a:lvl4pPr indent="-670348" lvl="3" marL="1828800">
              <a:spcBef>
                <a:spcPts val="0"/>
              </a:spcBef>
              <a:spcAft>
                <a:spcPts val="0"/>
              </a:spcAft>
              <a:buSzPts val="6957"/>
              <a:buChar char="●"/>
              <a:defRPr sz="6956"/>
            </a:lvl4pPr>
            <a:lvl5pPr indent="-670348" lvl="4" marL="2286000">
              <a:spcBef>
                <a:spcPts val="0"/>
              </a:spcBef>
              <a:spcAft>
                <a:spcPts val="0"/>
              </a:spcAft>
              <a:buSzPts val="6957"/>
              <a:buChar char="○"/>
              <a:defRPr sz="6956"/>
            </a:lvl5pPr>
            <a:lvl6pPr indent="-670348" lvl="5" marL="2743200">
              <a:spcBef>
                <a:spcPts val="0"/>
              </a:spcBef>
              <a:spcAft>
                <a:spcPts val="0"/>
              </a:spcAft>
              <a:buSzPts val="6957"/>
              <a:buChar char="■"/>
              <a:defRPr sz="6956"/>
            </a:lvl6pPr>
            <a:lvl7pPr indent="-670348" lvl="6" marL="3200400">
              <a:spcBef>
                <a:spcPts val="0"/>
              </a:spcBef>
              <a:spcAft>
                <a:spcPts val="0"/>
              </a:spcAft>
              <a:buSzPts val="6957"/>
              <a:buChar char="●"/>
              <a:defRPr sz="6956"/>
            </a:lvl7pPr>
            <a:lvl8pPr indent="-670348" lvl="7" marL="3657600">
              <a:spcBef>
                <a:spcPts val="0"/>
              </a:spcBef>
              <a:spcAft>
                <a:spcPts val="0"/>
              </a:spcAft>
              <a:buSzPts val="6957"/>
              <a:buChar char="○"/>
              <a:defRPr sz="6956"/>
            </a:lvl8pPr>
            <a:lvl9pPr indent="-670348" lvl="8" marL="4114800">
              <a:spcBef>
                <a:spcPts val="0"/>
              </a:spcBef>
              <a:spcAft>
                <a:spcPts val="0"/>
              </a:spcAft>
              <a:buSzPts val="6957"/>
              <a:buChar char="■"/>
              <a:defRPr sz="6956"/>
            </a:lvl9pPr>
          </a:lstStyle>
          <a:p/>
        </p:txBody>
      </p:sp>
      <p:sp>
        <p:nvSpPr>
          <p:cNvPr id="19" name="Google Shape;19;p4"/>
          <p:cNvSpPr txBox="1"/>
          <p:nvPr>
            <p:ph idx="12" type="sldNum"/>
          </p:nvPr>
        </p:nvSpPr>
        <p:spPr>
          <a:xfrm>
            <a:off x="28052508" y="38513357"/>
            <a:ext cx="1817100" cy="3250800"/>
          </a:xfrm>
          <a:prstGeom prst="rect">
            <a:avLst/>
          </a:prstGeom>
        </p:spPr>
        <p:txBody>
          <a:bodyPr anchorCtr="0" anchor="ctr" bIns="454275" lIns="454275" spcFirstLastPara="1" rIns="454275" wrap="square" tIns="454275">
            <a:normAutofit/>
          </a:bodyPr>
          <a:lstStyle>
            <a:lvl1pPr lvl="0">
              <a:buNone/>
              <a:defRPr sz="4969"/>
            </a:lvl1pPr>
            <a:lvl2pPr lvl="1">
              <a:buNone/>
              <a:defRPr sz="4969"/>
            </a:lvl2pPr>
            <a:lvl3pPr lvl="2">
              <a:buNone/>
              <a:defRPr sz="4969"/>
            </a:lvl3pPr>
            <a:lvl4pPr lvl="3">
              <a:buNone/>
              <a:defRPr sz="4969"/>
            </a:lvl4pPr>
            <a:lvl5pPr lvl="4">
              <a:buNone/>
              <a:defRPr sz="4969"/>
            </a:lvl5pPr>
            <a:lvl6pPr lvl="5">
              <a:buNone/>
              <a:defRPr sz="4969"/>
            </a:lvl6pPr>
            <a:lvl7pPr lvl="6">
              <a:buNone/>
              <a:defRPr sz="4969"/>
            </a:lvl7pPr>
            <a:lvl8pPr lvl="7">
              <a:buNone/>
              <a:defRPr sz="4969"/>
            </a:lvl8pPr>
            <a:lvl9pPr lvl="8">
              <a:buNone/>
              <a:defRPr sz="4969"/>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032046" y="3675447"/>
            <a:ext cx="28211700" cy="4730100"/>
          </a:xfrm>
          <a:prstGeom prst="rect">
            <a:avLst/>
          </a:prstGeom>
        </p:spPr>
        <p:txBody>
          <a:bodyPr anchorCtr="0" anchor="t" bIns="454275" lIns="454275" spcFirstLastPara="1" rIns="454275" wrap="square" tIns="454275">
            <a:normAutofit/>
          </a:bodyPr>
          <a:lstStyle>
            <a:lvl1pPr lvl="0">
              <a:spcBef>
                <a:spcPts val="0"/>
              </a:spcBef>
              <a:spcAft>
                <a:spcPts val="0"/>
              </a:spcAft>
              <a:buSzPts val="13913"/>
              <a:buNone/>
              <a:defRPr sz="13913"/>
            </a:lvl1pPr>
            <a:lvl2pPr lvl="1">
              <a:spcBef>
                <a:spcPts val="0"/>
              </a:spcBef>
              <a:spcAft>
                <a:spcPts val="0"/>
              </a:spcAft>
              <a:buSzPts val="13913"/>
              <a:buNone/>
              <a:defRPr sz="13913"/>
            </a:lvl2pPr>
            <a:lvl3pPr lvl="2">
              <a:spcBef>
                <a:spcPts val="0"/>
              </a:spcBef>
              <a:spcAft>
                <a:spcPts val="0"/>
              </a:spcAft>
              <a:buSzPts val="13913"/>
              <a:buNone/>
              <a:defRPr sz="13913"/>
            </a:lvl3pPr>
            <a:lvl4pPr lvl="3">
              <a:spcBef>
                <a:spcPts val="0"/>
              </a:spcBef>
              <a:spcAft>
                <a:spcPts val="0"/>
              </a:spcAft>
              <a:buSzPts val="13913"/>
              <a:buNone/>
              <a:defRPr sz="13913"/>
            </a:lvl4pPr>
            <a:lvl5pPr lvl="4">
              <a:spcBef>
                <a:spcPts val="0"/>
              </a:spcBef>
              <a:spcAft>
                <a:spcPts val="0"/>
              </a:spcAft>
              <a:buSzPts val="13913"/>
              <a:buNone/>
              <a:defRPr sz="13913"/>
            </a:lvl5pPr>
            <a:lvl6pPr lvl="5">
              <a:spcBef>
                <a:spcPts val="0"/>
              </a:spcBef>
              <a:spcAft>
                <a:spcPts val="0"/>
              </a:spcAft>
              <a:buSzPts val="13913"/>
              <a:buNone/>
              <a:defRPr sz="13913"/>
            </a:lvl6pPr>
            <a:lvl7pPr lvl="6">
              <a:spcBef>
                <a:spcPts val="0"/>
              </a:spcBef>
              <a:spcAft>
                <a:spcPts val="0"/>
              </a:spcAft>
              <a:buSzPts val="13913"/>
              <a:buNone/>
              <a:defRPr sz="13913"/>
            </a:lvl7pPr>
            <a:lvl8pPr lvl="7">
              <a:spcBef>
                <a:spcPts val="0"/>
              </a:spcBef>
              <a:spcAft>
                <a:spcPts val="0"/>
              </a:spcAft>
              <a:buSzPts val="13913"/>
              <a:buNone/>
              <a:defRPr sz="13913"/>
            </a:lvl8pPr>
            <a:lvl9pPr lvl="8">
              <a:spcBef>
                <a:spcPts val="0"/>
              </a:spcBef>
              <a:spcAft>
                <a:spcPts val="0"/>
              </a:spcAft>
              <a:buSzPts val="13913"/>
              <a:buNone/>
              <a:defRPr sz="13913"/>
            </a:lvl9pPr>
          </a:lstStyle>
          <a:p/>
        </p:txBody>
      </p:sp>
      <p:sp>
        <p:nvSpPr>
          <p:cNvPr id="22" name="Google Shape;22;p5"/>
          <p:cNvSpPr txBox="1"/>
          <p:nvPr>
            <p:ph idx="1" type="body"/>
          </p:nvPr>
        </p:nvSpPr>
        <p:spPr>
          <a:xfrm>
            <a:off x="1032046" y="9518254"/>
            <a:ext cx="13243500" cy="28216200"/>
          </a:xfrm>
          <a:prstGeom prst="rect">
            <a:avLst/>
          </a:prstGeom>
        </p:spPr>
        <p:txBody>
          <a:bodyPr anchorCtr="0" anchor="t" bIns="454275" lIns="454275" spcFirstLastPara="1" rIns="454275" wrap="square" tIns="454275">
            <a:normAutofit/>
          </a:bodyPr>
          <a:lstStyle>
            <a:lvl1pPr indent="-670348" lvl="0" marL="457200">
              <a:spcBef>
                <a:spcPts val="0"/>
              </a:spcBef>
              <a:spcAft>
                <a:spcPts val="0"/>
              </a:spcAft>
              <a:buSzPts val="6957"/>
              <a:buChar char="●"/>
              <a:defRPr sz="6956"/>
            </a:lvl1pPr>
            <a:lvl2pPr indent="-607241" lvl="1" marL="914400">
              <a:spcBef>
                <a:spcPts val="0"/>
              </a:spcBef>
              <a:spcAft>
                <a:spcPts val="0"/>
              </a:spcAft>
              <a:buSzPts val="5963"/>
              <a:buChar char="○"/>
              <a:defRPr sz="5962"/>
            </a:lvl2pPr>
            <a:lvl3pPr indent="-607241" lvl="2" marL="1371600">
              <a:spcBef>
                <a:spcPts val="0"/>
              </a:spcBef>
              <a:spcAft>
                <a:spcPts val="0"/>
              </a:spcAft>
              <a:buSzPts val="5963"/>
              <a:buChar char="■"/>
              <a:defRPr sz="5962"/>
            </a:lvl3pPr>
            <a:lvl4pPr indent="-607241" lvl="3" marL="1828800">
              <a:spcBef>
                <a:spcPts val="0"/>
              </a:spcBef>
              <a:spcAft>
                <a:spcPts val="0"/>
              </a:spcAft>
              <a:buSzPts val="5963"/>
              <a:buChar char="●"/>
              <a:defRPr sz="5962"/>
            </a:lvl4pPr>
            <a:lvl5pPr indent="-607241" lvl="4" marL="2286000">
              <a:spcBef>
                <a:spcPts val="0"/>
              </a:spcBef>
              <a:spcAft>
                <a:spcPts val="0"/>
              </a:spcAft>
              <a:buSzPts val="5963"/>
              <a:buChar char="○"/>
              <a:defRPr sz="5962"/>
            </a:lvl5pPr>
            <a:lvl6pPr indent="-607241" lvl="5" marL="2743200">
              <a:spcBef>
                <a:spcPts val="0"/>
              </a:spcBef>
              <a:spcAft>
                <a:spcPts val="0"/>
              </a:spcAft>
              <a:buSzPts val="5963"/>
              <a:buChar char="■"/>
              <a:defRPr sz="5962"/>
            </a:lvl6pPr>
            <a:lvl7pPr indent="-607241" lvl="6" marL="3200400">
              <a:spcBef>
                <a:spcPts val="0"/>
              </a:spcBef>
              <a:spcAft>
                <a:spcPts val="0"/>
              </a:spcAft>
              <a:buSzPts val="5963"/>
              <a:buChar char="●"/>
              <a:defRPr sz="5962"/>
            </a:lvl7pPr>
            <a:lvl8pPr indent="-607241" lvl="7" marL="3657600">
              <a:spcBef>
                <a:spcPts val="0"/>
              </a:spcBef>
              <a:spcAft>
                <a:spcPts val="0"/>
              </a:spcAft>
              <a:buSzPts val="5963"/>
              <a:buChar char="○"/>
              <a:defRPr sz="5962"/>
            </a:lvl8pPr>
            <a:lvl9pPr indent="-607241" lvl="8" marL="4114800">
              <a:spcBef>
                <a:spcPts val="0"/>
              </a:spcBef>
              <a:spcAft>
                <a:spcPts val="0"/>
              </a:spcAft>
              <a:buSzPts val="5963"/>
              <a:buChar char="■"/>
              <a:defRPr sz="5962"/>
            </a:lvl9pPr>
          </a:lstStyle>
          <a:p/>
        </p:txBody>
      </p:sp>
      <p:sp>
        <p:nvSpPr>
          <p:cNvPr id="23" name="Google Shape;23;p5"/>
          <p:cNvSpPr txBox="1"/>
          <p:nvPr>
            <p:ph idx="2" type="body"/>
          </p:nvPr>
        </p:nvSpPr>
        <p:spPr>
          <a:xfrm>
            <a:off x="16000191" y="9518254"/>
            <a:ext cx="13243500" cy="28216200"/>
          </a:xfrm>
          <a:prstGeom prst="rect">
            <a:avLst/>
          </a:prstGeom>
        </p:spPr>
        <p:txBody>
          <a:bodyPr anchorCtr="0" anchor="t" bIns="454275" lIns="454275" spcFirstLastPara="1" rIns="454275" wrap="square" tIns="454275">
            <a:normAutofit/>
          </a:bodyPr>
          <a:lstStyle>
            <a:lvl1pPr indent="-670348" lvl="0" marL="457200">
              <a:spcBef>
                <a:spcPts val="0"/>
              </a:spcBef>
              <a:spcAft>
                <a:spcPts val="0"/>
              </a:spcAft>
              <a:buSzPts val="6957"/>
              <a:buChar char="●"/>
              <a:defRPr sz="6956"/>
            </a:lvl1pPr>
            <a:lvl2pPr indent="-607241" lvl="1" marL="914400">
              <a:spcBef>
                <a:spcPts val="0"/>
              </a:spcBef>
              <a:spcAft>
                <a:spcPts val="0"/>
              </a:spcAft>
              <a:buSzPts val="5963"/>
              <a:buChar char="○"/>
              <a:defRPr sz="5962"/>
            </a:lvl2pPr>
            <a:lvl3pPr indent="-607241" lvl="2" marL="1371600">
              <a:spcBef>
                <a:spcPts val="0"/>
              </a:spcBef>
              <a:spcAft>
                <a:spcPts val="0"/>
              </a:spcAft>
              <a:buSzPts val="5963"/>
              <a:buChar char="■"/>
              <a:defRPr sz="5962"/>
            </a:lvl3pPr>
            <a:lvl4pPr indent="-607241" lvl="3" marL="1828800">
              <a:spcBef>
                <a:spcPts val="0"/>
              </a:spcBef>
              <a:spcAft>
                <a:spcPts val="0"/>
              </a:spcAft>
              <a:buSzPts val="5963"/>
              <a:buChar char="●"/>
              <a:defRPr sz="5962"/>
            </a:lvl4pPr>
            <a:lvl5pPr indent="-607241" lvl="4" marL="2286000">
              <a:spcBef>
                <a:spcPts val="0"/>
              </a:spcBef>
              <a:spcAft>
                <a:spcPts val="0"/>
              </a:spcAft>
              <a:buSzPts val="5963"/>
              <a:buChar char="○"/>
              <a:defRPr sz="5962"/>
            </a:lvl5pPr>
            <a:lvl6pPr indent="-607241" lvl="5" marL="2743200">
              <a:spcBef>
                <a:spcPts val="0"/>
              </a:spcBef>
              <a:spcAft>
                <a:spcPts val="0"/>
              </a:spcAft>
              <a:buSzPts val="5963"/>
              <a:buChar char="■"/>
              <a:defRPr sz="5962"/>
            </a:lvl6pPr>
            <a:lvl7pPr indent="-607241" lvl="6" marL="3200400">
              <a:spcBef>
                <a:spcPts val="0"/>
              </a:spcBef>
              <a:spcAft>
                <a:spcPts val="0"/>
              </a:spcAft>
              <a:buSzPts val="5963"/>
              <a:buChar char="●"/>
              <a:defRPr sz="5962"/>
            </a:lvl7pPr>
            <a:lvl8pPr indent="-607241" lvl="7" marL="3657600">
              <a:spcBef>
                <a:spcPts val="0"/>
              </a:spcBef>
              <a:spcAft>
                <a:spcPts val="0"/>
              </a:spcAft>
              <a:buSzPts val="5963"/>
              <a:buChar char="○"/>
              <a:defRPr sz="5962"/>
            </a:lvl8pPr>
            <a:lvl9pPr indent="-607241" lvl="8" marL="4114800">
              <a:spcBef>
                <a:spcPts val="0"/>
              </a:spcBef>
              <a:spcAft>
                <a:spcPts val="0"/>
              </a:spcAft>
              <a:buSzPts val="5963"/>
              <a:buChar char="■"/>
              <a:defRPr sz="5962"/>
            </a:lvl9pPr>
          </a:lstStyle>
          <a:p/>
        </p:txBody>
      </p:sp>
      <p:sp>
        <p:nvSpPr>
          <p:cNvPr id="24" name="Google Shape;24;p5"/>
          <p:cNvSpPr txBox="1"/>
          <p:nvPr>
            <p:ph idx="12" type="sldNum"/>
          </p:nvPr>
        </p:nvSpPr>
        <p:spPr>
          <a:xfrm>
            <a:off x="28052508" y="38513357"/>
            <a:ext cx="1817100" cy="3250800"/>
          </a:xfrm>
          <a:prstGeom prst="rect">
            <a:avLst/>
          </a:prstGeom>
        </p:spPr>
        <p:txBody>
          <a:bodyPr anchorCtr="0" anchor="ctr" bIns="454275" lIns="454275" spcFirstLastPara="1" rIns="454275" wrap="square" tIns="454275">
            <a:normAutofit/>
          </a:bodyPr>
          <a:lstStyle>
            <a:lvl1pPr lvl="0">
              <a:buNone/>
              <a:defRPr sz="4969"/>
            </a:lvl1pPr>
            <a:lvl2pPr lvl="1">
              <a:buNone/>
              <a:defRPr sz="4969"/>
            </a:lvl2pPr>
            <a:lvl3pPr lvl="2">
              <a:buNone/>
              <a:defRPr sz="4969"/>
            </a:lvl3pPr>
            <a:lvl4pPr lvl="3">
              <a:buNone/>
              <a:defRPr sz="4969"/>
            </a:lvl4pPr>
            <a:lvl5pPr lvl="4">
              <a:buNone/>
              <a:defRPr sz="4969"/>
            </a:lvl5pPr>
            <a:lvl6pPr lvl="5">
              <a:buNone/>
              <a:defRPr sz="4969"/>
            </a:lvl6pPr>
            <a:lvl7pPr lvl="6">
              <a:buNone/>
              <a:defRPr sz="4969"/>
            </a:lvl7pPr>
            <a:lvl8pPr lvl="7">
              <a:buNone/>
              <a:defRPr sz="4969"/>
            </a:lvl8pPr>
            <a:lvl9pPr lvl="8">
              <a:buNone/>
              <a:defRPr sz="4969"/>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032046" y="3675447"/>
            <a:ext cx="28211700" cy="4730100"/>
          </a:xfrm>
          <a:prstGeom prst="rect">
            <a:avLst/>
          </a:prstGeom>
        </p:spPr>
        <p:txBody>
          <a:bodyPr anchorCtr="0" anchor="t" bIns="454275" lIns="454275" spcFirstLastPara="1" rIns="454275" wrap="square" tIns="454275">
            <a:normAutofit/>
          </a:bodyPr>
          <a:lstStyle>
            <a:lvl1pPr lvl="0">
              <a:spcBef>
                <a:spcPts val="0"/>
              </a:spcBef>
              <a:spcAft>
                <a:spcPts val="0"/>
              </a:spcAft>
              <a:buSzPts val="13913"/>
              <a:buNone/>
              <a:defRPr sz="13913"/>
            </a:lvl1pPr>
            <a:lvl2pPr lvl="1">
              <a:spcBef>
                <a:spcPts val="0"/>
              </a:spcBef>
              <a:spcAft>
                <a:spcPts val="0"/>
              </a:spcAft>
              <a:buSzPts val="13913"/>
              <a:buNone/>
              <a:defRPr sz="13913"/>
            </a:lvl2pPr>
            <a:lvl3pPr lvl="2">
              <a:spcBef>
                <a:spcPts val="0"/>
              </a:spcBef>
              <a:spcAft>
                <a:spcPts val="0"/>
              </a:spcAft>
              <a:buSzPts val="13913"/>
              <a:buNone/>
              <a:defRPr sz="13913"/>
            </a:lvl3pPr>
            <a:lvl4pPr lvl="3">
              <a:spcBef>
                <a:spcPts val="0"/>
              </a:spcBef>
              <a:spcAft>
                <a:spcPts val="0"/>
              </a:spcAft>
              <a:buSzPts val="13913"/>
              <a:buNone/>
              <a:defRPr sz="13913"/>
            </a:lvl4pPr>
            <a:lvl5pPr lvl="4">
              <a:spcBef>
                <a:spcPts val="0"/>
              </a:spcBef>
              <a:spcAft>
                <a:spcPts val="0"/>
              </a:spcAft>
              <a:buSzPts val="13913"/>
              <a:buNone/>
              <a:defRPr sz="13913"/>
            </a:lvl5pPr>
            <a:lvl6pPr lvl="5">
              <a:spcBef>
                <a:spcPts val="0"/>
              </a:spcBef>
              <a:spcAft>
                <a:spcPts val="0"/>
              </a:spcAft>
              <a:buSzPts val="13913"/>
              <a:buNone/>
              <a:defRPr sz="13913"/>
            </a:lvl6pPr>
            <a:lvl7pPr lvl="6">
              <a:spcBef>
                <a:spcPts val="0"/>
              </a:spcBef>
              <a:spcAft>
                <a:spcPts val="0"/>
              </a:spcAft>
              <a:buSzPts val="13913"/>
              <a:buNone/>
              <a:defRPr sz="13913"/>
            </a:lvl7pPr>
            <a:lvl8pPr lvl="7">
              <a:spcBef>
                <a:spcPts val="0"/>
              </a:spcBef>
              <a:spcAft>
                <a:spcPts val="0"/>
              </a:spcAft>
              <a:buSzPts val="13913"/>
              <a:buNone/>
              <a:defRPr sz="13913"/>
            </a:lvl8pPr>
            <a:lvl9pPr lvl="8">
              <a:spcBef>
                <a:spcPts val="0"/>
              </a:spcBef>
              <a:spcAft>
                <a:spcPts val="0"/>
              </a:spcAft>
              <a:buSzPts val="13913"/>
              <a:buNone/>
              <a:defRPr sz="13913"/>
            </a:lvl9pPr>
          </a:lstStyle>
          <a:p/>
        </p:txBody>
      </p:sp>
      <p:sp>
        <p:nvSpPr>
          <p:cNvPr id="27" name="Google Shape;27;p6"/>
          <p:cNvSpPr txBox="1"/>
          <p:nvPr>
            <p:ph idx="12" type="sldNum"/>
          </p:nvPr>
        </p:nvSpPr>
        <p:spPr>
          <a:xfrm>
            <a:off x="28052508" y="38513357"/>
            <a:ext cx="1817100" cy="3250800"/>
          </a:xfrm>
          <a:prstGeom prst="rect">
            <a:avLst/>
          </a:prstGeom>
        </p:spPr>
        <p:txBody>
          <a:bodyPr anchorCtr="0" anchor="ctr" bIns="454275" lIns="454275" spcFirstLastPara="1" rIns="454275" wrap="square" tIns="454275">
            <a:normAutofit/>
          </a:bodyPr>
          <a:lstStyle>
            <a:lvl1pPr lvl="0">
              <a:buNone/>
              <a:defRPr sz="4969"/>
            </a:lvl1pPr>
            <a:lvl2pPr lvl="1">
              <a:buNone/>
              <a:defRPr sz="4969"/>
            </a:lvl2pPr>
            <a:lvl3pPr lvl="2">
              <a:buNone/>
              <a:defRPr sz="4969"/>
            </a:lvl3pPr>
            <a:lvl4pPr lvl="3">
              <a:buNone/>
              <a:defRPr sz="4969"/>
            </a:lvl4pPr>
            <a:lvl5pPr lvl="4">
              <a:buNone/>
              <a:defRPr sz="4969"/>
            </a:lvl5pPr>
            <a:lvl6pPr lvl="5">
              <a:buNone/>
              <a:defRPr sz="4969"/>
            </a:lvl6pPr>
            <a:lvl7pPr lvl="6">
              <a:buNone/>
              <a:defRPr sz="4969"/>
            </a:lvl7pPr>
            <a:lvl8pPr lvl="7">
              <a:buNone/>
              <a:defRPr sz="4969"/>
            </a:lvl8pPr>
            <a:lvl9pPr lvl="8">
              <a:buNone/>
              <a:defRPr sz="4969"/>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032046" y="4588682"/>
            <a:ext cx="9297600" cy="6241500"/>
          </a:xfrm>
          <a:prstGeom prst="rect">
            <a:avLst/>
          </a:prstGeom>
        </p:spPr>
        <p:txBody>
          <a:bodyPr anchorCtr="0" anchor="b" bIns="454275" lIns="454275" spcFirstLastPara="1" rIns="454275" wrap="square" tIns="454275">
            <a:normAutofit/>
          </a:bodyPr>
          <a:lstStyle>
            <a:lvl1pPr lvl="0">
              <a:spcBef>
                <a:spcPts val="0"/>
              </a:spcBef>
              <a:spcAft>
                <a:spcPts val="0"/>
              </a:spcAft>
              <a:buSzPts val="11926"/>
              <a:buNone/>
              <a:defRPr sz="11925"/>
            </a:lvl1pPr>
            <a:lvl2pPr lvl="1">
              <a:spcBef>
                <a:spcPts val="0"/>
              </a:spcBef>
              <a:spcAft>
                <a:spcPts val="0"/>
              </a:spcAft>
              <a:buSzPts val="11926"/>
              <a:buNone/>
              <a:defRPr sz="11925"/>
            </a:lvl2pPr>
            <a:lvl3pPr lvl="2">
              <a:spcBef>
                <a:spcPts val="0"/>
              </a:spcBef>
              <a:spcAft>
                <a:spcPts val="0"/>
              </a:spcAft>
              <a:buSzPts val="11926"/>
              <a:buNone/>
              <a:defRPr sz="11925"/>
            </a:lvl3pPr>
            <a:lvl4pPr lvl="3">
              <a:spcBef>
                <a:spcPts val="0"/>
              </a:spcBef>
              <a:spcAft>
                <a:spcPts val="0"/>
              </a:spcAft>
              <a:buSzPts val="11926"/>
              <a:buNone/>
              <a:defRPr sz="11925"/>
            </a:lvl4pPr>
            <a:lvl5pPr lvl="4">
              <a:spcBef>
                <a:spcPts val="0"/>
              </a:spcBef>
              <a:spcAft>
                <a:spcPts val="0"/>
              </a:spcAft>
              <a:buSzPts val="11926"/>
              <a:buNone/>
              <a:defRPr sz="11925"/>
            </a:lvl5pPr>
            <a:lvl6pPr lvl="5">
              <a:spcBef>
                <a:spcPts val="0"/>
              </a:spcBef>
              <a:spcAft>
                <a:spcPts val="0"/>
              </a:spcAft>
              <a:buSzPts val="11926"/>
              <a:buNone/>
              <a:defRPr sz="11925"/>
            </a:lvl6pPr>
            <a:lvl7pPr lvl="6">
              <a:spcBef>
                <a:spcPts val="0"/>
              </a:spcBef>
              <a:spcAft>
                <a:spcPts val="0"/>
              </a:spcAft>
              <a:buSzPts val="11926"/>
              <a:buNone/>
              <a:defRPr sz="11925"/>
            </a:lvl7pPr>
            <a:lvl8pPr lvl="7">
              <a:spcBef>
                <a:spcPts val="0"/>
              </a:spcBef>
              <a:spcAft>
                <a:spcPts val="0"/>
              </a:spcAft>
              <a:buSzPts val="11926"/>
              <a:buNone/>
              <a:defRPr sz="11925"/>
            </a:lvl8pPr>
            <a:lvl9pPr lvl="8">
              <a:spcBef>
                <a:spcPts val="0"/>
              </a:spcBef>
              <a:spcAft>
                <a:spcPts val="0"/>
              </a:spcAft>
              <a:buSzPts val="11926"/>
              <a:buNone/>
              <a:defRPr sz="11925"/>
            </a:lvl9pPr>
          </a:lstStyle>
          <a:p/>
        </p:txBody>
      </p:sp>
      <p:sp>
        <p:nvSpPr>
          <p:cNvPr id="30" name="Google Shape;30;p7"/>
          <p:cNvSpPr txBox="1"/>
          <p:nvPr>
            <p:ph idx="1" type="body"/>
          </p:nvPr>
        </p:nvSpPr>
        <p:spPr>
          <a:xfrm>
            <a:off x="1032046" y="11476661"/>
            <a:ext cx="9297600" cy="26258400"/>
          </a:xfrm>
          <a:prstGeom prst="rect">
            <a:avLst/>
          </a:prstGeom>
        </p:spPr>
        <p:txBody>
          <a:bodyPr anchorCtr="0" anchor="t" bIns="454275" lIns="454275" spcFirstLastPara="1" rIns="454275" wrap="square" tIns="454275">
            <a:normAutofit/>
          </a:bodyPr>
          <a:lstStyle>
            <a:lvl1pPr indent="-607241" lvl="0" marL="457200">
              <a:spcBef>
                <a:spcPts val="0"/>
              </a:spcBef>
              <a:spcAft>
                <a:spcPts val="0"/>
              </a:spcAft>
              <a:buSzPts val="5963"/>
              <a:buChar char="●"/>
              <a:defRPr sz="5962"/>
            </a:lvl1pPr>
            <a:lvl2pPr indent="-607241" lvl="1" marL="914400">
              <a:spcBef>
                <a:spcPts val="0"/>
              </a:spcBef>
              <a:spcAft>
                <a:spcPts val="0"/>
              </a:spcAft>
              <a:buSzPts val="5963"/>
              <a:buChar char="○"/>
              <a:defRPr sz="5962"/>
            </a:lvl2pPr>
            <a:lvl3pPr indent="-607241" lvl="2" marL="1371600">
              <a:spcBef>
                <a:spcPts val="0"/>
              </a:spcBef>
              <a:spcAft>
                <a:spcPts val="0"/>
              </a:spcAft>
              <a:buSzPts val="5963"/>
              <a:buChar char="■"/>
              <a:defRPr sz="5962"/>
            </a:lvl3pPr>
            <a:lvl4pPr indent="-607241" lvl="3" marL="1828800">
              <a:spcBef>
                <a:spcPts val="0"/>
              </a:spcBef>
              <a:spcAft>
                <a:spcPts val="0"/>
              </a:spcAft>
              <a:buSzPts val="5963"/>
              <a:buChar char="●"/>
              <a:defRPr sz="5962"/>
            </a:lvl4pPr>
            <a:lvl5pPr indent="-607241" lvl="4" marL="2286000">
              <a:spcBef>
                <a:spcPts val="0"/>
              </a:spcBef>
              <a:spcAft>
                <a:spcPts val="0"/>
              </a:spcAft>
              <a:buSzPts val="5963"/>
              <a:buChar char="○"/>
              <a:defRPr sz="5962"/>
            </a:lvl5pPr>
            <a:lvl6pPr indent="-607241" lvl="5" marL="2743200">
              <a:spcBef>
                <a:spcPts val="0"/>
              </a:spcBef>
              <a:spcAft>
                <a:spcPts val="0"/>
              </a:spcAft>
              <a:buSzPts val="5963"/>
              <a:buChar char="■"/>
              <a:defRPr sz="5962"/>
            </a:lvl6pPr>
            <a:lvl7pPr indent="-607241" lvl="6" marL="3200400">
              <a:spcBef>
                <a:spcPts val="0"/>
              </a:spcBef>
              <a:spcAft>
                <a:spcPts val="0"/>
              </a:spcAft>
              <a:buSzPts val="5963"/>
              <a:buChar char="●"/>
              <a:defRPr sz="5962"/>
            </a:lvl7pPr>
            <a:lvl8pPr indent="-607241" lvl="7" marL="3657600">
              <a:spcBef>
                <a:spcPts val="0"/>
              </a:spcBef>
              <a:spcAft>
                <a:spcPts val="0"/>
              </a:spcAft>
              <a:buSzPts val="5963"/>
              <a:buChar char="○"/>
              <a:defRPr sz="5962"/>
            </a:lvl8pPr>
            <a:lvl9pPr indent="-607241" lvl="8" marL="4114800">
              <a:spcBef>
                <a:spcPts val="0"/>
              </a:spcBef>
              <a:spcAft>
                <a:spcPts val="0"/>
              </a:spcAft>
              <a:buSzPts val="5963"/>
              <a:buChar char="■"/>
              <a:defRPr sz="5962"/>
            </a:lvl9pPr>
          </a:lstStyle>
          <a:p/>
        </p:txBody>
      </p:sp>
      <p:sp>
        <p:nvSpPr>
          <p:cNvPr id="31" name="Google Shape;31;p7"/>
          <p:cNvSpPr txBox="1"/>
          <p:nvPr>
            <p:ph idx="12" type="sldNum"/>
          </p:nvPr>
        </p:nvSpPr>
        <p:spPr>
          <a:xfrm>
            <a:off x="28052508" y="38513357"/>
            <a:ext cx="1817100" cy="3250800"/>
          </a:xfrm>
          <a:prstGeom prst="rect">
            <a:avLst/>
          </a:prstGeom>
        </p:spPr>
        <p:txBody>
          <a:bodyPr anchorCtr="0" anchor="ctr" bIns="454275" lIns="454275" spcFirstLastPara="1" rIns="454275" wrap="square" tIns="454275">
            <a:normAutofit/>
          </a:bodyPr>
          <a:lstStyle>
            <a:lvl1pPr lvl="0">
              <a:buNone/>
              <a:defRPr sz="4969"/>
            </a:lvl1pPr>
            <a:lvl2pPr lvl="1">
              <a:buNone/>
              <a:defRPr sz="4969"/>
            </a:lvl2pPr>
            <a:lvl3pPr lvl="2">
              <a:buNone/>
              <a:defRPr sz="4969"/>
            </a:lvl3pPr>
            <a:lvl4pPr lvl="3">
              <a:buNone/>
              <a:defRPr sz="4969"/>
            </a:lvl4pPr>
            <a:lvl5pPr lvl="4">
              <a:buNone/>
              <a:defRPr sz="4969"/>
            </a:lvl5pPr>
            <a:lvl6pPr lvl="5">
              <a:buNone/>
              <a:defRPr sz="4969"/>
            </a:lvl6pPr>
            <a:lvl7pPr lvl="6">
              <a:buNone/>
              <a:defRPr sz="4969"/>
            </a:lvl7pPr>
            <a:lvl8pPr lvl="7">
              <a:buNone/>
              <a:defRPr sz="4969"/>
            </a:lvl8pPr>
            <a:lvl9pPr lvl="8">
              <a:buNone/>
              <a:defRPr sz="4969"/>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1623229" y="3717774"/>
            <a:ext cx="21083700" cy="33786000"/>
          </a:xfrm>
          <a:prstGeom prst="rect">
            <a:avLst/>
          </a:prstGeom>
        </p:spPr>
        <p:txBody>
          <a:bodyPr anchorCtr="0" anchor="ctr" bIns="454275" lIns="454275" spcFirstLastPara="1" rIns="454275" wrap="square" tIns="454275">
            <a:normAutofit/>
          </a:bodyPr>
          <a:lstStyle>
            <a:lvl1pPr lvl="0">
              <a:spcBef>
                <a:spcPts val="0"/>
              </a:spcBef>
              <a:spcAft>
                <a:spcPts val="0"/>
              </a:spcAft>
              <a:buSzPts val="23851"/>
              <a:buNone/>
              <a:defRPr sz="23851"/>
            </a:lvl1pPr>
            <a:lvl2pPr lvl="1">
              <a:spcBef>
                <a:spcPts val="0"/>
              </a:spcBef>
              <a:spcAft>
                <a:spcPts val="0"/>
              </a:spcAft>
              <a:buSzPts val="23851"/>
              <a:buNone/>
              <a:defRPr sz="23851"/>
            </a:lvl2pPr>
            <a:lvl3pPr lvl="2">
              <a:spcBef>
                <a:spcPts val="0"/>
              </a:spcBef>
              <a:spcAft>
                <a:spcPts val="0"/>
              </a:spcAft>
              <a:buSzPts val="23851"/>
              <a:buNone/>
              <a:defRPr sz="23851"/>
            </a:lvl3pPr>
            <a:lvl4pPr lvl="3">
              <a:spcBef>
                <a:spcPts val="0"/>
              </a:spcBef>
              <a:spcAft>
                <a:spcPts val="0"/>
              </a:spcAft>
              <a:buSzPts val="23851"/>
              <a:buNone/>
              <a:defRPr sz="23851"/>
            </a:lvl4pPr>
            <a:lvl5pPr lvl="4">
              <a:spcBef>
                <a:spcPts val="0"/>
              </a:spcBef>
              <a:spcAft>
                <a:spcPts val="0"/>
              </a:spcAft>
              <a:buSzPts val="23851"/>
              <a:buNone/>
              <a:defRPr sz="23851"/>
            </a:lvl5pPr>
            <a:lvl6pPr lvl="5">
              <a:spcBef>
                <a:spcPts val="0"/>
              </a:spcBef>
              <a:spcAft>
                <a:spcPts val="0"/>
              </a:spcAft>
              <a:buSzPts val="23851"/>
              <a:buNone/>
              <a:defRPr sz="23851"/>
            </a:lvl6pPr>
            <a:lvl7pPr lvl="6">
              <a:spcBef>
                <a:spcPts val="0"/>
              </a:spcBef>
              <a:spcAft>
                <a:spcPts val="0"/>
              </a:spcAft>
              <a:buSzPts val="23851"/>
              <a:buNone/>
              <a:defRPr sz="23851"/>
            </a:lvl7pPr>
            <a:lvl8pPr lvl="7">
              <a:spcBef>
                <a:spcPts val="0"/>
              </a:spcBef>
              <a:spcAft>
                <a:spcPts val="0"/>
              </a:spcAft>
              <a:buSzPts val="23851"/>
              <a:buNone/>
              <a:defRPr sz="23851"/>
            </a:lvl8pPr>
            <a:lvl9pPr lvl="8">
              <a:spcBef>
                <a:spcPts val="0"/>
              </a:spcBef>
              <a:spcAft>
                <a:spcPts val="0"/>
              </a:spcAft>
              <a:buSzPts val="23851"/>
              <a:buNone/>
              <a:defRPr sz="23851"/>
            </a:lvl9pPr>
          </a:lstStyle>
          <a:p/>
        </p:txBody>
      </p:sp>
      <p:sp>
        <p:nvSpPr>
          <p:cNvPr id="34" name="Google Shape;34;p8"/>
          <p:cNvSpPr txBox="1"/>
          <p:nvPr>
            <p:ph idx="12" type="sldNum"/>
          </p:nvPr>
        </p:nvSpPr>
        <p:spPr>
          <a:xfrm>
            <a:off x="28052508" y="38513357"/>
            <a:ext cx="1817100" cy="3250800"/>
          </a:xfrm>
          <a:prstGeom prst="rect">
            <a:avLst/>
          </a:prstGeom>
        </p:spPr>
        <p:txBody>
          <a:bodyPr anchorCtr="0" anchor="ctr" bIns="454275" lIns="454275" spcFirstLastPara="1" rIns="454275" wrap="square" tIns="454275">
            <a:normAutofit/>
          </a:bodyPr>
          <a:lstStyle>
            <a:lvl1pPr lvl="0">
              <a:buNone/>
              <a:defRPr sz="4969"/>
            </a:lvl1pPr>
            <a:lvl2pPr lvl="1">
              <a:buNone/>
              <a:defRPr sz="4969"/>
            </a:lvl2pPr>
            <a:lvl3pPr lvl="2">
              <a:buNone/>
              <a:defRPr sz="4969"/>
            </a:lvl3pPr>
            <a:lvl4pPr lvl="3">
              <a:buNone/>
              <a:defRPr sz="4969"/>
            </a:lvl4pPr>
            <a:lvl5pPr lvl="4">
              <a:buNone/>
              <a:defRPr sz="4969"/>
            </a:lvl5pPr>
            <a:lvl6pPr lvl="5">
              <a:buNone/>
              <a:defRPr sz="4969"/>
            </a:lvl6pPr>
            <a:lvl7pPr lvl="6">
              <a:buNone/>
              <a:defRPr sz="4969"/>
            </a:lvl7pPr>
            <a:lvl8pPr lvl="7">
              <a:buNone/>
              <a:defRPr sz="4969"/>
            </a:lvl8pPr>
            <a:lvl9pPr lvl="8">
              <a:buNone/>
              <a:defRPr sz="4969"/>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15138000" y="-1032"/>
            <a:ext cx="15138000" cy="42480000"/>
          </a:xfrm>
          <a:prstGeom prst="rect">
            <a:avLst/>
          </a:prstGeom>
          <a:solidFill>
            <a:schemeClr val="lt2"/>
          </a:solidFill>
          <a:ln>
            <a:noFill/>
          </a:ln>
        </p:spPr>
        <p:txBody>
          <a:bodyPr anchorCtr="0" anchor="ctr" bIns="454275" lIns="454275" spcFirstLastPara="1" rIns="454275" wrap="square" tIns="4542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879077" y="10184752"/>
            <a:ext cx="13394100" cy="12242400"/>
          </a:xfrm>
          <a:prstGeom prst="rect">
            <a:avLst/>
          </a:prstGeom>
        </p:spPr>
        <p:txBody>
          <a:bodyPr anchorCtr="0" anchor="b" bIns="454275" lIns="454275" spcFirstLastPara="1" rIns="454275" wrap="square" tIns="454275">
            <a:normAutofit/>
          </a:bodyPr>
          <a:lstStyle>
            <a:lvl1pPr lvl="0" algn="ctr">
              <a:spcBef>
                <a:spcPts val="0"/>
              </a:spcBef>
              <a:spcAft>
                <a:spcPts val="0"/>
              </a:spcAft>
              <a:buSzPts val="20870"/>
              <a:buNone/>
              <a:defRPr sz="20869"/>
            </a:lvl1pPr>
            <a:lvl2pPr lvl="1" algn="ctr">
              <a:spcBef>
                <a:spcPts val="0"/>
              </a:spcBef>
              <a:spcAft>
                <a:spcPts val="0"/>
              </a:spcAft>
              <a:buSzPts val="20870"/>
              <a:buNone/>
              <a:defRPr sz="20869"/>
            </a:lvl2pPr>
            <a:lvl3pPr lvl="2" algn="ctr">
              <a:spcBef>
                <a:spcPts val="0"/>
              </a:spcBef>
              <a:spcAft>
                <a:spcPts val="0"/>
              </a:spcAft>
              <a:buSzPts val="20870"/>
              <a:buNone/>
              <a:defRPr sz="20869"/>
            </a:lvl3pPr>
            <a:lvl4pPr lvl="3" algn="ctr">
              <a:spcBef>
                <a:spcPts val="0"/>
              </a:spcBef>
              <a:spcAft>
                <a:spcPts val="0"/>
              </a:spcAft>
              <a:buSzPts val="20870"/>
              <a:buNone/>
              <a:defRPr sz="20869"/>
            </a:lvl4pPr>
            <a:lvl5pPr lvl="4" algn="ctr">
              <a:spcBef>
                <a:spcPts val="0"/>
              </a:spcBef>
              <a:spcAft>
                <a:spcPts val="0"/>
              </a:spcAft>
              <a:buSzPts val="20870"/>
              <a:buNone/>
              <a:defRPr sz="20869"/>
            </a:lvl5pPr>
            <a:lvl6pPr lvl="5" algn="ctr">
              <a:spcBef>
                <a:spcPts val="0"/>
              </a:spcBef>
              <a:spcAft>
                <a:spcPts val="0"/>
              </a:spcAft>
              <a:buSzPts val="20870"/>
              <a:buNone/>
              <a:defRPr sz="20869"/>
            </a:lvl6pPr>
            <a:lvl7pPr lvl="6" algn="ctr">
              <a:spcBef>
                <a:spcPts val="0"/>
              </a:spcBef>
              <a:spcAft>
                <a:spcPts val="0"/>
              </a:spcAft>
              <a:buSzPts val="20870"/>
              <a:buNone/>
              <a:defRPr sz="20869"/>
            </a:lvl7pPr>
            <a:lvl8pPr lvl="7" algn="ctr">
              <a:spcBef>
                <a:spcPts val="0"/>
              </a:spcBef>
              <a:spcAft>
                <a:spcPts val="0"/>
              </a:spcAft>
              <a:buSzPts val="20870"/>
              <a:buNone/>
              <a:defRPr sz="20869"/>
            </a:lvl8pPr>
            <a:lvl9pPr lvl="8" algn="ctr">
              <a:spcBef>
                <a:spcPts val="0"/>
              </a:spcBef>
              <a:spcAft>
                <a:spcPts val="0"/>
              </a:spcAft>
              <a:buSzPts val="20870"/>
              <a:buNone/>
              <a:defRPr sz="20869"/>
            </a:lvl9pPr>
          </a:lstStyle>
          <a:p/>
        </p:txBody>
      </p:sp>
      <p:sp>
        <p:nvSpPr>
          <p:cNvPr id="38" name="Google Shape;38;p9"/>
          <p:cNvSpPr txBox="1"/>
          <p:nvPr>
            <p:ph idx="1" type="subTitle"/>
          </p:nvPr>
        </p:nvSpPr>
        <p:spPr>
          <a:xfrm>
            <a:off x="879077" y="23150506"/>
            <a:ext cx="13394100" cy="10200300"/>
          </a:xfrm>
          <a:prstGeom prst="rect">
            <a:avLst/>
          </a:prstGeom>
        </p:spPr>
        <p:txBody>
          <a:bodyPr anchorCtr="0" anchor="t" bIns="454275" lIns="454275" spcFirstLastPara="1" rIns="454275" wrap="square" tIns="454275">
            <a:normAutofit/>
          </a:bodyPr>
          <a:lstStyle>
            <a:lvl1pPr lvl="0" algn="ctr">
              <a:lnSpc>
                <a:spcPct val="100000"/>
              </a:lnSpc>
              <a:spcBef>
                <a:spcPts val="0"/>
              </a:spcBef>
              <a:spcAft>
                <a:spcPts val="0"/>
              </a:spcAft>
              <a:buSzPts val="10435"/>
              <a:buNone/>
              <a:defRPr sz="10434"/>
            </a:lvl1pPr>
            <a:lvl2pPr lvl="1" algn="ctr">
              <a:lnSpc>
                <a:spcPct val="100000"/>
              </a:lnSpc>
              <a:spcBef>
                <a:spcPts val="0"/>
              </a:spcBef>
              <a:spcAft>
                <a:spcPts val="0"/>
              </a:spcAft>
              <a:buSzPts val="10435"/>
              <a:buNone/>
              <a:defRPr sz="10434"/>
            </a:lvl2pPr>
            <a:lvl3pPr lvl="2" algn="ctr">
              <a:lnSpc>
                <a:spcPct val="100000"/>
              </a:lnSpc>
              <a:spcBef>
                <a:spcPts val="0"/>
              </a:spcBef>
              <a:spcAft>
                <a:spcPts val="0"/>
              </a:spcAft>
              <a:buSzPts val="10435"/>
              <a:buNone/>
              <a:defRPr sz="10434"/>
            </a:lvl3pPr>
            <a:lvl4pPr lvl="3" algn="ctr">
              <a:lnSpc>
                <a:spcPct val="100000"/>
              </a:lnSpc>
              <a:spcBef>
                <a:spcPts val="0"/>
              </a:spcBef>
              <a:spcAft>
                <a:spcPts val="0"/>
              </a:spcAft>
              <a:buSzPts val="10435"/>
              <a:buNone/>
              <a:defRPr sz="10434"/>
            </a:lvl4pPr>
            <a:lvl5pPr lvl="4" algn="ctr">
              <a:lnSpc>
                <a:spcPct val="100000"/>
              </a:lnSpc>
              <a:spcBef>
                <a:spcPts val="0"/>
              </a:spcBef>
              <a:spcAft>
                <a:spcPts val="0"/>
              </a:spcAft>
              <a:buSzPts val="10435"/>
              <a:buNone/>
              <a:defRPr sz="10434"/>
            </a:lvl5pPr>
            <a:lvl6pPr lvl="5" algn="ctr">
              <a:lnSpc>
                <a:spcPct val="100000"/>
              </a:lnSpc>
              <a:spcBef>
                <a:spcPts val="0"/>
              </a:spcBef>
              <a:spcAft>
                <a:spcPts val="0"/>
              </a:spcAft>
              <a:buSzPts val="10435"/>
              <a:buNone/>
              <a:defRPr sz="10434"/>
            </a:lvl6pPr>
            <a:lvl7pPr lvl="6" algn="ctr">
              <a:lnSpc>
                <a:spcPct val="100000"/>
              </a:lnSpc>
              <a:spcBef>
                <a:spcPts val="0"/>
              </a:spcBef>
              <a:spcAft>
                <a:spcPts val="0"/>
              </a:spcAft>
              <a:buSzPts val="10435"/>
              <a:buNone/>
              <a:defRPr sz="10434"/>
            </a:lvl7pPr>
            <a:lvl8pPr lvl="7" algn="ctr">
              <a:lnSpc>
                <a:spcPct val="100000"/>
              </a:lnSpc>
              <a:spcBef>
                <a:spcPts val="0"/>
              </a:spcBef>
              <a:spcAft>
                <a:spcPts val="0"/>
              </a:spcAft>
              <a:buSzPts val="10435"/>
              <a:buNone/>
              <a:defRPr sz="10434"/>
            </a:lvl8pPr>
            <a:lvl9pPr lvl="8" algn="ctr">
              <a:lnSpc>
                <a:spcPct val="100000"/>
              </a:lnSpc>
              <a:spcBef>
                <a:spcPts val="0"/>
              </a:spcBef>
              <a:spcAft>
                <a:spcPts val="0"/>
              </a:spcAft>
              <a:buSzPts val="10435"/>
              <a:buNone/>
              <a:defRPr sz="10434"/>
            </a:lvl9pPr>
          </a:lstStyle>
          <a:p/>
        </p:txBody>
      </p:sp>
      <p:sp>
        <p:nvSpPr>
          <p:cNvPr id="39" name="Google Shape;39;p9"/>
          <p:cNvSpPr txBox="1"/>
          <p:nvPr>
            <p:ph idx="2" type="body"/>
          </p:nvPr>
        </p:nvSpPr>
        <p:spPr>
          <a:xfrm>
            <a:off x="16354801" y="5980112"/>
            <a:ext cx="12704100" cy="30517200"/>
          </a:xfrm>
          <a:prstGeom prst="rect">
            <a:avLst/>
          </a:prstGeom>
        </p:spPr>
        <p:txBody>
          <a:bodyPr anchorCtr="0" anchor="ctr" bIns="454275" lIns="454275" spcFirstLastPara="1" rIns="454275" wrap="square" tIns="454275">
            <a:normAutofit/>
          </a:bodyPr>
          <a:lstStyle>
            <a:lvl1pPr indent="-796561" lvl="0" marL="457200">
              <a:spcBef>
                <a:spcPts val="0"/>
              </a:spcBef>
              <a:spcAft>
                <a:spcPts val="0"/>
              </a:spcAft>
              <a:buSzPts val="8944"/>
              <a:buChar char="●"/>
              <a:defRPr sz="8944"/>
            </a:lvl1pPr>
            <a:lvl2pPr indent="-670348" lvl="1" marL="914400">
              <a:spcBef>
                <a:spcPts val="0"/>
              </a:spcBef>
              <a:spcAft>
                <a:spcPts val="0"/>
              </a:spcAft>
              <a:buSzPts val="6957"/>
              <a:buChar char="○"/>
              <a:defRPr sz="6956"/>
            </a:lvl2pPr>
            <a:lvl3pPr indent="-670348" lvl="2" marL="1371600">
              <a:spcBef>
                <a:spcPts val="0"/>
              </a:spcBef>
              <a:spcAft>
                <a:spcPts val="0"/>
              </a:spcAft>
              <a:buSzPts val="6957"/>
              <a:buChar char="■"/>
              <a:defRPr sz="6956"/>
            </a:lvl3pPr>
            <a:lvl4pPr indent="-670348" lvl="3" marL="1828800">
              <a:spcBef>
                <a:spcPts val="0"/>
              </a:spcBef>
              <a:spcAft>
                <a:spcPts val="0"/>
              </a:spcAft>
              <a:buSzPts val="6957"/>
              <a:buChar char="●"/>
              <a:defRPr sz="6956"/>
            </a:lvl4pPr>
            <a:lvl5pPr indent="-670348" lvl="4" marL="2286000">
              <a:spcBef>
                <a:spcPts val="0"/>
              </a:spcBef>
              <a:spcAft>
                <a:spcPts val="0"/>
              </a:spcAft>
              <a:buSzPts val="6957"/>
              <a:buChar char="○"/>
              <a:defRPr sz="6956"/>
            </a:lvl5pPr>
            <a:lvl6pPr indent="-670348" lvl="5" marL="2743200">
              <a:spcBef>
                <a:spcPts val="0"/>
              </a:spcBef>
              <a:spcAft>
                <a:spcPts val="0"/>
              </a:spcAft>
              <a:buSzPts val="6957"/>
              <a:buChar char="■"/>
              <a:defRPr sz="6956"/>
            </a:lvl6pPr>
            <a:lvl7pPr indent="-670348" lvl="6" marL="3200400">
              <a:spcBef>
                <a:spcPts val="0"/>
              </a:spcBef>
              <a:spcAft>
                <a:spcPts val="0"/>
              </a:spcAft>
              <a:buSzPts val="6957"/>
              <a:buChar char="●"/>
              <a:defRPr sz="6956"/>
            </a:lvl7pPr>
            <a:lvl8pPr indent="-670348" lvl="7" marL="3657600">
              <a:spcBef>
                <a:spcPts val="0"/>
              </a:spcBef>
              <a:spcAft>
                <a:spcPts val="0"/>
              </a:spcAft>
              <a:buSzPts val="6957"/>
              <a:buChar char="○"/>
              <a:defRPr sz="6956"/>
            </a:lvl8pPr>
            <a:lvl9pPr indent="-670348" lvl="8" marL="4114800">
              <a:spcBef>
                <a:spcPts val="0"/>
              </a:spcBef>
              <a:spcAft>
                <a:spcPts val="0"/>
              </a:spcAft>
              <a:buSzPts val="6957"/>
              <a:buChar char="■"/>
              <a:defRPr sz="6956"/>
            </a:lvl9pPr>
          </a:lstStyle>
          <a:p/>
        </p:txBody>
      </p:sp>
      <p:sp>
        <p:nvSpPr>
          <p:cNvPr id="40" name="Google Shape;40;p9"/>
          <p:cNvSpPr txBox="1"/>
          <p:nvPr>
            <p:ph idx="12" type="sldNum"/>
          </p:nvPr>
        </p:nvSpPr>
        <p:spPr>
          <a:xfrm>
            <a:off x="28052508" y="38513357"/>
            <a:ext cx="1817100" cy="3250800"/>
          </a:xfrm>
          <a:prstGeom prst="rect">
            <a:avLst/>
          </a:prstGeom>
        </p:spPr>
        <p:txBody>
          <a:bodyPr anchorCtr="0" anchor="ctr" bIns="454275" lIns="454275" spcFirstLastPara="1" rIns="454275" wrap="square" tIns="454275">
            <a:normAutofit/>
          </a:bodyPr>
          <a:lstStyle>
            <a:lvl1pPr lvl="0">
              <a:buNone/>
              <a:defRPr sz="4969"/>
            </a:lvl1pPr>
            <a:lvl2pPr lvl="1">
              <a:buNone/>
              <a:defRPr sz="4969"/>
            </a:lvl2pPr>
            <a:lvl3pPr lvl="2">
              <a:buNone/>
              <a:defRPr sz="4969"/>
            </a:lvl3pPr>
            <a:lvl4pPr lvl="3">
              <a:buNone/>
              <a:defRPr sz="4969"/>
            </a:lvl4pPr>
            <a:lvl5pPr lvl="4">
              <a:buNone/>
              <a:defRPr sz="4969"/>
            </a:lvl5pPr>
            <a:lvl6pPr lvl="5">
              <a:buNone/>
              <a:defRPr sz="4969"/>
            </a:lvl6pPr>
            <a:lvl7pPr lvl="6">
              <a:buNone/>
              <a:defRPr sz="4969"/>
            </a:lvl7pPr>
            <a:lvl8pPr lvl="7">
              <a:buNone/>
              <a:defRPr sz="4969"/>
            </a:lvl8pPr>
            <a:lvl9pPr lvl="8">
              <a:buNone/>
              <a:defRPr sz="4969"/>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032046" y="34940182"/>
            <a:ext cx="19862100" cy="4997400"/>
          </a:xfrm>
          <a:prstGeom prst="rect">
            <a:avLst/>
          </a:prstGeom>
        </p:spPr>
        <p:txBody>
          <a:bodyPr anchorCtr="0" anchor="ctr" bIns="454275" lIns="454275" spcFirstLastPara="1" rIns="454275" wrap="square" tIns="454275">
            <a:normAutofit/>
          </a:bodyPr>
          <a:lstStyle>
            <a:lvl1pPr indent="-228600" lvl="0" marL="457200">
              <a:lnSpc>
                <a:spcPct val="100000"/>
              </a:lnSpc>
              <a:spcBef>
                <a:spcPts val="0"/>
              </a:spcBef>
              <a:spcAft>
                <a:spcPts val="0"/>
              </a:spcAft>
              <a:buSzPts val="8944"/>
              <a:buNone/>
              <a:defRPr sz="8944"/>
            </a:lvl1pPr>
          </a:lstStyle>
          <a:p/>
        </p:txBody>
      </p:sp>
      <p:sp>
        <p:nvSpPr>
          <p:cNvPr id="43" name="Google Shape;43;p10"/>
          <p:cNvSpPr txBox="1"/>
          <p:nvPr>
            <p:ph idx="12" type="sldNum"/>
          </p:nvPr>
        </p:nvSpPr>
        <p:spPr>
          <a:xfrm>
            <a:off x="28052508" y="38513357"/>
            <a:ext cx="1817100" cy="3250800"/>
          </a:xfrm>
          <a:prstGeom prst="rect">
            <a:avLst/>
          </a:prstGeom>
        </p:spPr>
        <p:txBody>
          <a:bodyPr anchorCtr="0" anchor="ctr" bIns="454275" lIns="454275" spcFirstLastPara="1" rIns="454275" wrap="square" tIns="454275">
            <a:normAutofit/>
          </a:bodyPr>
          <a:lstStyle>
            <a:lvl1pPr lvl="0">
              <a:buNone/>
              <a:defRPr sz="4969"/>
            </a:lvl1pPr>
            <a:lvl2pPr lvl="1">
              <a:buNone/>
              <a:defRPr sz="4969"/>
            </a:lvl2pPr>
            <a:lvl3pPr lvl="2">
              <a:buNone/>
              <a:defRPr sz="4969"/>
            </a:lvl3pPr>
            <a:lvl4pPr lvl="3">
              <a:buNone/>
              <a:defRPr sz="4969"/>
            </a:lvl4pPr>
            <a:lvl5pPr lvl="4">
              <a:buNone/>
              <a:defRPr sz="4969"/>
            </a:lvl5pPr>
            <a:lvl6pPr lvl="5">
              <a:buNone/>
              <a:defRPr sz="4969"/>
            </a:lvl6pPr>
            <a:lvl7pPr lvl="6">
              <a:buNone/>
              <a:defRPr sz="4969"/>
            </a:lvl7pPr>
            <a:lvl8pPr lvl="7">
              <a:buNone/>
              <a:defRPr sz="4969"/>
            </a:lvl8pPr>
            <a:lvl9pPr lvl="8">
              <a:buNone/>
              <a:defRPr sz="4969"/>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032046" y="9135451"/>
            <a:ext cx="28211700" cy="16216500"/>
          </a:xfrm>
          <a:prstGeom prst="rect">
            <a:avLst/>
          </a:prstGeom>
        </p:spPr>
        <p:txBody>
          <a:bodyPr anchorCtr="0" anchor="b" bIns="454275" lIns="454275" spcFirstLastPara="1" rIns="454275" wrap="square" tIns="454275">
            <a:normAutofit/>
          </a:bodyPr>
          <a:lstStyle>
            <a:lvl1pPr lvl="0" algn="ctr">
              <a:spcBef>
                <a:spcPts val="0"/>
              </a:spcBef>
              <a:spcAft>
                <a:spcPts val="0"/>
              </a:spcAft>
              <a:buSzPts val="59629"/>
              <a:buNone/>
              <a:defRPr sz="59628"/>
            </a:lvl1pPr>
            <a:lvl2pPr lvl="1" algn="ctr">
              <a:spcBef>
                <a:spcPts val="0"/>
              </a:spcBef>
              <a:spcAft>
                <a:spcPts val="0"/>
              </a:spcAft>
              <a:buSzPts val="59629"/>
              <a:buNone/>
              <a:defRPr sz="59628"/>
            </a:lvl2pPr>
            <a:lvl3pPr lvl="2" algn="ctr">
              <a:spcBef>
                <a:spcPts val="0"/>
              </a:spcBef>
              <a:spcAft>
                <a:spcPts val="0"/>
              </a:spcAft>
              <a:buSzPts val="59629"/>
              <a:buNone/>
              <a:defRPr sz="59628"/>
            </a:lvl3pPr>
            <a:lvl4pPr lvl="3" algn="ctr">
              <a:spcBef>
                <a:spcPts val="0"/>
              </a:spcBef>
              <a:spcAft>
                <a:spcPts val="0"/>
              </a:spcAft>
              <a:buSzPts val="59629"/>
              <a:buNone/>
              <a:defRPr sz="59628"/>
            </a:lvl4pPr>
            <a:lvl5pPr lvl="4" algn="ctr">
              <a:spcBef>
                <a:spcPts val="0"/>
              </a:spcBef>
              <a:spcAft>
                <a:spcPts val="0"/>
              </a:spcAft>
              <a:buSzPts val="59629"/>
              <a:buNone/>
              <a:defRPr sz="59628"/>
            </a:lvl5pPr>
            <a:lvl6pPr lvl="5" algn="ctr">
              <a:spcBef>
                <a:spcPts val="0"/>
              </a:spcBef>
              <a:spcAft>
                <a:spcPts val="0"/>
              </a:spcAft>
              <a:buSzPts val="59629"/>
              <a:buNone/>
              <a:defRPr sz="59628"/>
            </a:lvl6pPr>
            <a:lvl7pPr lvl="6" algn="ctr">
              <a:spcBef>
                <a:spcPts val="0"/>
              </a:spcBef>
              <a:spcAft>
                <a:spcPts val="0"/>
              </a:spcAft>
              <a:buSzPts val="59629"/>
              <a:buNone/>
              <a:defRPr sz="59628"/>
            </a:lvl7pPr>
            <a:lvl8pPr lvl="7" algn="ctr">
              <a:spcBef>
                <a:spcPts val="0"/>
              </a:spcBef>
              <a:spcAft>
                <a:spcPts val="0"/>
              </a:spcAft>
              <a:buSzPts val="59629"/>
              <a:buNone/>
              <a:defRPr sz="59628"/>
            </a:lvl8pPr>
            <a:lvl9pPr lvl="8" algn="ctr">
              <a:spcBef>
                <a:spcPts val="0"/>
              </a:spcBef>
              <a:spcAft>
                <a:spcPts val="0"/>
              </a:spcAft>
              <a:buSzPts val="59629"/>
              <a:buNone/>
              <a:defRPr sz="59628"/>
            </a:lvl9pPr>
          </a:lstStyle>
          <a:p>
            <a:r>
              <a:t>xx%</a:t>
            </a:r>
          </a:p>
        </p:txBody>
      </p:sp>
      <p:sp>
        <p:nvSpPr>
          <p:cNvPr id="46" name="Google Shape;46;p11"/>
          <p:cNvSpPr txBox="1"/>
          <p:nvPr>
            <p:ph idx="1" type="body"/>
          </p:nvPr>
        </p:nvSpPr>
        <p:spPr>
          <a:xfrm>
            <a:off x="1032046" y="26034124"/>
            <a:ext cx="28211700" cy="10743000"/>
          </a:xfrm>
          <a:prstGeom prst="rect">
            <a:avLst/>
          </a:prstGeom>
        </p:spPr>
        <p:txBody>
          <a:bodyPr anchorCtr="0" anchor="t" bIns="454275" lIns="454275" spcFirstLastPara="1" rIns="454275" wrap="square" tIns="454275">
            <a:normAutofit/>
          </a:bodyPr>
          <a:lstStyle>
            <a:lvl1pPr indent="-796561" lvl="0" marL="457200" algn="ctr">
              <a:spcBef>
                <a:spcPts val="0"/>
              </a:spcBef>
              <a:spcAft>
                <a:spcPts val="0"/>
              </a:spcAft>
              <a:buSzPts val="8944"/>
              <a:buChar char="●"/>
              <a:defRPr sz="8944"/>
            </a:lvl1pPr>
            <a:lvl2pPr indent="-670348" lvl="1" marL="914400" algn="ctr">
              <a:spcBef>
                <a:spcPts val="0"/>
              </a:spcBef>
              <a:spcAft>
                <a:spcPts val="0"/>
              </a:spcAft>
              <a:buSzPts val="6957"/>
              <a:buChar char="○"/>
              <a:defRPr sz="6956"/>
            </a:lvl2pPr>
            <a:lvl3pPr indent="-670348" lvl="2" marL="1371600" algn="ctr">
              <a:spcBef>
                <a:spcPts val="0"/>
              </a:spcBef>
              <a:spcAft>
                <a:spcPts val="0"/>
              </a:spcAft>
              <a:buSzPts val="6957"/>
              <a:buChar char="■"/>
              <a:defRPr sz="6956"/>
            </a:lvl3pPr>
            <a:lvl4pPr indent="-670348" lvl="3" marL="1828800" algn="ctr">
              <a:spcBef>
                <a:spcPts val="0"/>
              </a:spcBef>
              <a:spcAft>
                <a:spcPts val="0"/>
              </a:spcAft>
              <a:buSzPts val="6957"/>
              <a:buChar char="●"/>
              <a:defRPr sz="6956"/>
            </a:lvl4pPr>
            <a:lvl5pPr indent="-670348" lvl="4" marL="2286000" algn="ctr">
              <a:spcBef>
                <a:spcPts val="0"/>
              </a:spcBef>
              <a:spcAft>
                <a:spcPts val="0"/>
              </a:spcAft>
              <a:buSzPts val="6957"/>
              <a:buChar char="○"/>
              <a:defRPr sz="6956"/>
            </a:lvl5pPr>
            <a:lvl6pPr indent="-670348" lvl="5" marL="2743200" algn="ctr">
              <a:spcBef>
                <a:spcPts val="0"/>
              </a:spcBef>
              <a:spcAft>
                <a:spcPts val="0"/>
              </a:spcAft>
              <a:buSzPts val="6957"/>
              <a:buChar char="■"/>
              <a:defRPr sz="6956"/>
            </a:lvl6pPr>
            <a:lvl7pPr indent="-670348" lvl="6" marL="3200400" algn="ctr">
              <a:spcBef>
                <a:spcPts val="0"/>
              </a:spcBef>
              <a:spcAft>
                <a:spcPts val="0"/>
              </a:spcAft>
              <a:buSzPts val="6957"/>
              <a:buChar char="●"/>
              <a:defRPr sz="6956"/>
            </a:lvl7pPr>
            <a:lvl8pPr indent="-670348" lvl="7" marL="3657600" algn="ctr">
              <a:spcBef>
                <a:spcPts val="0"/>
              </a:spcBef>
              <a:spcAft>
                <a:spcPts val="0"/>
              </a:spcAft>
              <a:buSzPts val="6957"/>
              <a:buChar char="○"/>
              <a:defRPr sz="6956"/>
            </a:lvl8pPr>
            <a:lvl9pPr indent="-670348" lvl="8" marL="4114800" algn="ctr">
              <a:spcBef>
                <a:spcPts val="0"/>
              </a:spcBef>
              <a:spcAft>
                <a:spcPts val="0"/>
              </a:spcAft>
              <a:buSzPts val="6957"/>
              <a:buChar char="■"/>
              <a:defRPr sz="6956"/>
            </a:lvl9pPr>
          </a:lstStyle>
          <a:p/>
        </p:txBody>
      </p:sp>
      <p:sp>
        <p:nvSpPr>
          <p:cNvPr id="47" name="Google Shape;47;p11"/>
          <p:cNvSpPr txBox="1"/>
          <p:nvPr>
            <p:ph idx="12" type="sldNum"/>
          </p:nvPr>
        </p:nvSpPr>
        <p:spPr>
          <a:xfrm>
            <a:off x="28052508" y="38513357"/>
            <a:ext cx="1817100" cy="3250800"/>
          </a:xfrm>
          <a:prstGeom prst="rect">
            <a:avLst/>
          </a:prstGeom>
        </p:spPr>
        <p:txBody>
          <a:bodyPr anchorCtr="0" anchor="ctr" bIns="454275" lIns="454275" spcFirstLastPara="1" rIns="454275" wrap="square" tIns="454275">
            <a:normAutofit/>
          </a:bodyPr>
          <a:lstStyle>
            <a:lvl1pPr lvl="0">
              <a:buNone/>
              <a:defRPr sz="4969"/>
            </a:lvl1pPr>
            <a:lvl2pPr lvl="1">
              <a:buNone/>
              <a:defRPr sz="4969"/>
            </a:lvl2pPr>
            <a:lvl3pPr lvl="2">
              <a:buNone/>
              <a:defRPr sz="4969"/>
            </a:lvl3pPr>
            <a:lvl4pPr lvl="3">
              <a:buNone/>
              <a:defRPr sz="4969"/>
            </a:lvl4pPr>
            <a:lvl5pPr lvl="4">
              <a:buNone/>
              <a:defRPr sz="4969"/>
            </a:lvl5pPr>
            <a:lvl6pPr lvl="5">
              <a:buNone/>
              <a:defRPr sz="4969"/>
            </a:lvl6pPr>
            <a:lvl7pPr lvl="6">
              <a:buNone/>
              <a:defRPr sz="4969"/>
            </a:lvl7pPr>
            <a:lvl8pPr lvl="7">
              <a:buNone/>
              <a:defRPr sz="4969"/>
            </a:lvl8pPr>
            <a:lvl9pPr lvl="8">
              <a:buNone/>
              <a:defRPr sz="4969"/>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28052508" y="38513357"/>
            <a:ext cx="1817100" cy="3250800"/>
          </a:xfrm>
          <a:prstGeom prst="rect">
            <a:avLst/>
          </a:prstGeom>
        </p:spPr>
        <p:txBody>
          <a:bodyPr anchorCtr="0" anchor="ctr" bIns="454275" lIns="454275" spcFirstLastPara="1" rIns="454275" wrap="square" tIns="454275">
            <a:normAutofit/>
          </a:bodyPr>
          <a:lstStyle>
            <a:lvl1pPr lvl="0">
              <a:buNone/>
              <a:defRPr sz="4969"/>
            </a:lvl1pPr>
            <a:lvl2pPr lvl="1">
              <a:buNone/>
              <a:defRPr sz="4969"/>
            </a:lvl2pPr>
            <a:lvl3pPr lvl="2">
              <a:buNone/>
              <a:defRPr sz="4969"/>
            </a:lvl3pPr>
            <a:lvl4pPr lvl="3">
              <a:buNone/>
              <a:defRPr sz="4969"/>
            </a:lvl4pPr>
            <a:lvl5pPr lvl="4">
              <a:buNone/>
              <a:defRPr sz="4969"/>
            </a:lvl5pPr>
            <a:lvl6pPr lvl="5">
              <a:buNone/>
              <a:defRPr sz="4969"/>
            </a:lvl6pPr>
            <a:lvl7pPr lvl="6">
              <a:buNone/>
              <a:defRPr sz="4969"/>
            </a:lvl7pPr>
            <a:lvl8pPr lvl="7">
              <a:buNone/>
              <a:defRPr sz="4969"/>
            </a:lvl8pPr>
            <a:lvl9pPr lvl="8">
              <a:buNone/>
              <a:defRPr sz="4969"/>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32046" y="3675447"/>
            <a:ext cx="28211700" cy="4730100"/>
          </a:xfrm>
          <a:prstGeom prst="rect">
            <a:avLst/>
          </a:prstGeom>
          <a:noFill/>
          <a:ln>
            <a:noFill/>
          </a:ln>
        </p:spPr>
        <p:txBody>
          <a:bodyPr anchorCtr="0" anchor="t" bIns="454275" lIns="454275" spcFirstLastPara="1" rIns="454275" wrap="square" tIns="454275">
            <a:normAutofit/>
          </a:bodyPr>
          <a:lstStyle>
            <a:lvl1pPr lvl="0">
              <a:spcBef>
                <a:spcPts val="0"/>
              </a:spcBef>
              <a:spcAft>
                <a:spcPts val="0"/>
              </a:spcAft>
              <a:buClr>
                <a:schemeClr val="dk1"/>
              </a:buClr>
              <a:buSzPts val="13913"/>
              <a:buNone/>
              <a:defRPr sz="13913">
                <a:solidFill>
                  <a:schemeClr val="dk1"/>
                </a:solidFill>
              </a:defRPr>
            </a:lvl1pPr>
            <a:lvl2pPr lvl="1">
              <a:spcBef>
                <a:spcPts val="0"/>
              </a:spcBef>
              <a:spcAft>
                <a:spcPts val="0"/>
              </a:spcAft>
              <a:buClr>
                <a:schemeClr val="dk1"/>
              </a:buClr>
              <a:buSzPts val="13913"/>
              <a:buNone/>
              <a:defRPr sz="13913">
                <a:solidFill>
                  <a:schemeClr val="dk1"/>
                </a:solidFill>
              </a:defRPr>
            </a:lvl2pPr>
            <a:lvl3pPr lvl="2">
              <a:spcBef>
                <a:spcPts val="0"/>
              </a:spcBef>
              <a:spcAft>
                <a:spcPts val="0"/>
              </a:spcAft>
              <a:buClr>
                <a:schemeClr val="dk1"/>
              </a:buClr>
              <a:buSzPts val="13913"/>
              <a:buNone/>
              <a:defRPr sz="13913">
                <a:solidFill>
                  <a:schemeClr val="dk1"/>
                </a:solidFill>
              </a:defRPr>
            </a:lvl3pPr>
            <a:lvl4pPr lvl="3">
              <a:spcBef>
                <a:spcPts val="0"/>
              </a:spcBef>
              <a:spcAft>
                <a:spcPts val="0"/>
              </a:spcAft>
              <a:buClr>
                <a:schemeClr val="dk1"/>
              </a:buClr>
              <a:buSzPts val="13913"/>
              <a:buNone/>
              <a:defRPr sz="13913">
                <a:solidFill>
                  <a:schemeClr val="dk1"/>
                </a:solidFill>
              </a:defRPr>
            </a:lvl4pPr>
            <a:lvl5pPr lvl="4">
              <a:spcBef>
                <a:spcPts val="0"/>
              </a:spcBef>
              <a:spcAft>
                <a:spcPts val="0"/>
              </a:spcAft>
              <a:buClr>
                <a:schemeClr val="dk1"/>
              </a:buClr>
              <a:buSzPts val="13913"/>
              <a:buNone/>
              <a:defRPr sz="13913">
                <a:solidFill>
                  <a:schemeClr val="dk1"/>
                </a:solidFill>
              </a:defRPr>
            </a:lvl5pPr>
            <a:lvl6pPr lvl="5">
              <a:spcBef>
                <a:spcPts val="0"/>
              </a:spcBef>
              <a:spcAft>
                <a:spcPts val="0"/>
              </a:spcAft>
              <a:buClr>
                <a:schemeClr val="dk1"/>
              </a:buClr>
              <a:buSzPts val="13913"/>
              <a:buNone/>
              <a:defRPr sz="13913">
                <a:solidFill>
                  <a:schemeClr val="dk1"/>
                </a:solidFill>
              </a:defRPr>
            </a:lvl6pPr>
            <a:lvl7pPr lvl="6">
              <a:spcBef>
                <a:spcPts val="0"/>
              </a:spcBef>
              <a:spcAft>
                <a:spcPts val="0"/>
              </a:spcAft>
              <a:buClr>
                <a:schemeClr val="dk1"/>
              </a:buClr>
              <a:buSzPts val="13913"/>
              <a:buNone/>
              <a:defRPr sz="13913">
                <a:solidFill>
                  <a:schemeClr val="dk1"/>
                </a:solidFill>
              </a:defRPr>
            </a:lvl7pPr>
            <a:lvl8pPr lvl="7">
              <a:spcBef>
                <a:spcPts val="0"/>
              </a:spcBef>
              <a:spcAft>
                <a:spcPts val="0"/>
              </a:spcAft>
              <a:buClr>
                <a:schemeClr val="dk1"/>
              </a:buClr>
              <a:buSzPts val="13913"/>
              <a:buNone/>
              <a:defRPr sz="13913">
                <a:solidFill>
                  <a:schemeClr val="dk1"/>
                </a:solidFill>
              </a:defRPr>
            </a:lvl8pPr>
            <a:lvl9pPr lvl="8">
              <a:spcBef>
                <a:spcPts val="0"/>
              </a:spcBef>
              <a:spcAft>
                <a:spcPts val="0"/>
              </a:spcAft>
              <a:buClr>
                <a:schemeClr val="dk1"/>
              </a:buClr>
              <a:buSzPts val="13913"/>
              <a:buNone/>
              <a:defRPr sz="13913">
                <a:solidFill>
                  <a:schemeClr val="dk1"/>
                </a:solidFill>
              </a:defRPr>
            </a:lvl9pPr>
          </a:lstStyle>
          <a:p/>
        </p:txBody>
      </p:sp>
      <p:sp>
        <p:nvSpPr>
          <p:cNvPr id="7" name="Google Shape;7;p1"/>
          <p:cNvSpPr txBox="1"/>
          <p:nvPr>
            <p:ph idx="1" type="body"/>
          </p:nvPr>
        </p:nvSpPr>
        <p:spPr>
          <a:xfrm>
            <a:off x="1032046" y="9518254"/>
            <a:ext cx="28211700" cy="28216200"/>
          </a:xfrm>
          <a:prstGeom prst="rect">
            <a:avLst/>
          </a:prstGeom>
          <a:noFill/>
          <a:ln>
            <a:noFill/>
          </a:ln>
        </p:spPr>
        <p:txBody>
          <a:bodyPr anchorCtr="0" anchor="t" bIns="454275" lIns="454275" spcFirstLastPara="1" rIns="454275" wrap="square" tIns="454275">
            <a:normAutofit/>
          </a:bodyPr>
          <a:lstStyle>
            <a:lvl1pPr indent="-796561" lvl="0" marL="457200">
              <a:lnSpc>
                <a:spcPct val="115000"/>
              </a:lnSpc>
              <a:spcBef>
                <a:spcPts val="0"/>
              </a:spcBef>
              <a:spcAft>
                <a:spcPts val="0"/>
              </a:spcAft>
              <a:buClr>
                <a:schemeClr val="dk2"/>
              </a:buClr>
              <a:buSzPts val="8944"/>
              <a:buChar char="●"/>
              <a:defRPr sz="8944">
                <a:solidFill>
                  <a:schemeClr val="dk2"/>
                </a:solidFill>
              </a:defRPr>
            </a:lvl1pPr>
            <a:lvl2pPr indent="-670348" lvl="1" marL="914400">
              <a:lnSpc>
                <a:spcPct val="115000"/>
              </a:lnSpc>
              <a:spcBef>
                <a:spcPts val="0"/>
              </a:spcBef>
              <a:spcAft>
                <a:spcPts val="0"/>
              </a:spcAft>
              <a:buClr>
                <a:schemeClr val="dk2"/>
              </a:buClr>
              <a:buSzPts val="6957"/>
              <a:buChar char="○"/>
              <a:defRPr sz="6956">
                <a:solidFill>
                  <a:schemeClr val="dk2"/>
                </a:solidFill>
              </a:defRPr>
            </a:lvl2pPr>
            <a:lvl3pPr indent="-670348" lvl="2" marL="1371600">
              <a:lnSpc>
                <a:spcPct val="115000"/>
              </a:lnSpc>
              <a:spcBef>
                <a:spcPts val="0"/>
              </a:spcBef>
              <a:spcAft>
                <a:spcPts val="0"/>
              </a:spcAft>
              <a:buClr>
                <a:schemeClr val="dk2"/>
              </a:buClr>
              <a:buSzPts val="6957"/>
              <a:buChar char="■"/>
              <a:defRPr sz="6956">
                <a:solidFill>
                  <a:schemeClr val="dk2"/>
                </a:solidFill>
              </a:defRPr>
            </a:lvl3pPr>
            <a:lvl4pPr indent="-670348" lvl="3" marL="1828800">
              <a:lnSpc>
                <a:spcPct val="115000"/>
              </a:lnSpc>
              <a:spcBef>
                <a:spcPts val="0"/>
              </a:spcBef>
              <a:spcAft>
                <a:spcPts val="0"/>
              </a:spcAft>
              <a:buClr>
                <a:schemeClr val="dk2"/>
              </a:buClr>
              <a:buSzPts val="6957"/>
              <a:buChar char="●"/>
              <a:defRPr sz="6956">
                <a:solidFill>
                  <a:schemeClr val="dk2"/>
                </a:solidFill>
              </a:defRPr>
            </a:lvl4pPr>
            <a:lvl5pPr indent="-670348" lvl="4" marL="2286000">
              <a:lnSpc>
                <a:spcPct val="115000"/>
              </a:lnSpc>
              <a:spcBef>
                <a:spcPts val="0"/>
              </a:spcBef>
              <a:spcAft>
                <a:spcPts val="0"/>
              </a:spcAft>
              <a:buClr>
                <a:schemeClr val="dk2"/>
              </a:buClr>
              <a:buSzPts val="6957"/>
              <a:buChar char="○"/>
              <a:defRPr sz="6956">
                <a:solidFill>
                  <a:schemeClr val="dk2"/>
                </a:solidFill>
              </a:defRPr>
            </a:lvl5pPr>
            <a:lvl6pPr indent="-670348" lvl="5" marL="2743200">
              <a:lnSpc>
                <a:spcPct val="115000"/>
              </a:lnSpc>
              <a:spcBef>
                <a:spcPts val="0"/>
              </a:spcBef>
              <a:spcAft>
                <a:spcPts val="0"/>
              </a:spcAft>
              <a:buClr>
                <a:schemeClr val="dk2"/>
              </a:buClr>
              <a:buSzPts val="6957"/>
              <a:buChar char="■"/>
              <a:defRPr sz="6956">
                <a:solidFill>
                  <a:schemeClr val="dk2"/>
                </a:solidFill>
              </a:defRPr>
            </a:lvl6pPr>
            <a:lvl7pPr indent="-670348" lvl="6" marL="3200400">
              <a:lnSpc>
                <a:spcPct val="115000"/>
              </a:lnSpc>
              <a:spcBef>
                <a:spcPts val="0"/>
              </a:spcBef>
              <a:spcAft>
                <a:spcPts val="0"/>
              </a:spcAft>
              <a:buClr>
                <a:schemeClr val="dk2"/>
              </a:buClr>
              <a:buSzPts val="6957"/>
              <a:buChar char="●"/>
              <a:defRPr sz="6956">
                <a:solidFill>
                  <a:schemeClr val="dk2"/>
                </a:solidFill>
              </a:defRPr>
            </a:lvl7pPr>
            <a:lvl8pPr indent="-670348" lvl="7" marL="3657600">
              <a:lnSpc>
                <a:spcPct val="115000"/>
              </a:lnSpc>
              <a:spcBef>
                <a:spcPts val="0"/>
              </a:spcBef>
              <a:spcAft>
                <a:spcPts val="0"/>
              </a:spcAft>
              <a:buClr>
                <a:schemeClr val="dk2"/>
              </a:buClr>
              <a:buSzPts val="6957"/>
              <a:buChar char="○"/>
              <a:defRPr sz="6956">
                <a:solidFill>
                  <a:schemeClr val="dk2"/>
                </a:solidFill>
              </a:defRPr>
            </a:lvl8pPr>
            <a:lvl9pPr indent="-670348" lvl="8" marL="4114800">
              <a:lnSpc>
                <a:spcPct val="115000"/>
              </a:lnSpc>
              <a:spcBef>
                <a:spcPts val="0"/>
              </a:spcBef>
              <a:spcAft>
                <a:spcPts val="0"/>
              </a:spcAft>
              <a:buClr>
                <a:schemeClr val="dk2"/>
              </a:buClr>
              <a:buSzPts val="6957"/>
              <a:buChar char="■"/>
              <a:defRPr sz="6956">
                <a:solidFill>
                  <a:schemeClr val="dk2"/>
                </a:solidFill>
              </a:defRPr>
            </a:lvl9pPr>
          </a:lstStyle>
          <a:p/>
        </p:txBody>
      </p:sp>
      <p:sp>
        <p:nvSpPr>
          <p:cNvPr id="8" name="Google Shape;8;p1"/>
          <p:cNvSpPr txBox="1"/>
          <p:nvPr>
            <p:ph idx="12" type="sldNum"/>
          </p:nvPr>
        </p:nvSpPr>
        <p:spPr>
          <a:xfrm>
            <a:off x="28052508" y="38513357"/>
            <a:ext cx="1817100" cy="3250800"/>
          </a:xfrm>
          <a:prstGeom prst="rect">
            <a:avLst/>
          </a:prstGeom>
          <a:noFill/>
          <a:ln>
            <a:noFill/>
          </a:ln>
        </p:spPr>
        <p:txBody>
          <a:bodyPr anchorCtr="0" anchor="ctr" bIns="454275" lIns="454275" spcFirstLastPara="1" rIns="454275" wrap="square" tIns="454275">
            <a:normAutofit/>
          </a:bodyPr>
          <a:lstStyle>
            <a:lvl1pPr lvl="0" algn="r">
              <a:buNone/>
              <a:defRPr sz="4969">
                <a:solidFill>
                  <a:schemeClr val="dk2"/>
                </a:solidFill>
              </a:defRPr>
            </a:lvl1pPr>
            <a:lvl2pPr lvl="1" algn="r">
              <a:buNone/>
              <a:defRPr sz="4969">
                <a:solidFill>
                  <a:schemeClr val="dk2"/>
                </a:solidFill>
              </a:defRPr>
            </a:lvl2pPr>
            <a:lvl3pPr lvl="2" algn="r">
              <a:buNone/>
              <a:defRPr sz="4969">
                <a:solidFill>
                  <a:schemeClr val="dk2"/>
                </a:solidFill>
              </a:defRPr>
            </a:lvl3pPr>
            <a:lvl4pPr lvl="3" algn="r">
              <a:buNone/>
              <a:defRPr sz="4969">
                <a:solidFill>
                  <a:schemeClr val="dk2"/>
                </a:solidFill>
              </a:defRPr>
            </a:lvl4pPr>
            <a:lvl5pPr lvl="4" algn="r">
              <a:buNone/>
              <a:defRPr sz="4969">
                <a:solidFill>
                  <a:schemeClr val="dk2"/>
                </a:solidFill>
              </a:defRPr>
            </a:lvl5pPr>
            <a:lvl6pPr lvl="5" algn="r">
              <a:buNone/>
              <a:defRPr sz="4969">
                <a:solidFill>
                  <a:schemeClr val="dk2"/>
                </a:solidFill>
              </a:defRPr>
            </a:lvl6pPr>
            <a:lvl7pPr lvl="6" algn="r">
              <a:buNone/>
              <a:defRPr sz="4969">
                <a:solidFill>
                  <a:schemeClr val="dk2"/>
                </a:solidFill>
              </a:defRPr>
            </a:lvl7pPr>
            <a:lvl8pPr lvl="7" algn="r">
              <a:buNone/>
              <a:defRPr sz="4969">
                <a:solidFill>
                  <a:schemeClr val="dk2"/>
                </a:solidFill>
              </a:defRPr>
            </a:lvl8pPr>
            <a:lvl9pPr lvl="8" algn="r">
              <a:buNone/>
              <a:defRPr sz="4969">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0" Type="http://schemas.openxmlformats.org/officeDocument/2006/relationships/image" Target="../media/image15.png"/><Relationship Id="rId11" Type="http://schemas.openxmlformats.org/officeDocument/2006/relationships/image" Target="../media/image9.png"/><Relationship Id="rId22" Type="http://schemas.openxmlformats.org/officeDocument/2006/relationships/image" Target="../media/image17.png"/><Relationship Id="rId10" Type="http://schemas.openxmlformats.org/officeDocument/2006/relationships/image" Target="../media/image8.png"/><Relationship Id="rId21" Type="http://schemas.openxmlformats.org/officeDocument/2006/relationships/image" Target="../media/image19.png"/><Relationship Id="rId13" Type="http://schemas.openxmlformats.org/officeDocument/2006/relationships/image" Target="../media/image6.png"/><Relationship Id="rId12" Type="http://schemas.openxmlformats.org/officeDocument/2006/relationships/image" Target="../media/image12.jp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20.png"/><Relationship Id="rId9" Type="http://schemas.openxmlformats.org/officeDocument/2006/relationships/image" Target="../media/image4.png"/><Relationship Id="rId15" Type="http://schemas.openxmlformats.org/officeDocument/2006/relationships/image" Target="../media/image2.png"/><Relationship Id="rId14" Type="http://schemas.openxmlformats.org/officeDocument/2006/relationships/image" Target="../media/image13.png"/><Relationship Id="rId17" Type="http://schemas.openxmlformats.org/officeDocument/2006/relationships/image" Target="../media/image11.jpg"/><Relationship Id="rId16" Type="http://schemas.openxmlformats.org/officeDocument/2006/relationships/image" Target="../media/image16.png"/><Relationship Id="rId5" Type="http://schemas.openxmlformats.org/officeDocument/2006/relationships/image" Target="../media/image10.png"/><Relationship Id="rId19" Type="http://schemas.openxmlformats.org/officeDocument/2006/relationships/image" Target="../media/image18.png"/><Relationship Id="rId6" Type="http://schemas.openxmlformats.org/officeDocument/2006/relationships/image" Target="../media/image1.png"/><Relationship Id="rId18" Type="http://schemas.openxmlformats.org/officeDocument/2006/relationships/image" Target="../media/image3.png"/><Relationship Id="rId7" Type="http://schemas.openxmlformats.org/officeDocument/2006/relationships/image" Target="../media/image5.png"/><Relationship Id="rId8"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032066" y="565980"/>
            <a:ext cx="28211700" cy="2576700"/>
          </a:xfrm>
          <a:prstGeom prst="rect">
            <a:avLst/>
          </a:prstGeom>
        </p:spPr>
        <p:txBody>
          <a:bodyPr anchorCtr="0" anchor="b" bIns="454275" lIns="454275" spcFirstLastPara="1" rIns="454275" wrap="square" tIns="454275">
            <a:noAutofit/>
          </a:bodyPr>
          <a:lstStyle/>
          <a:p>
            <a:pPr indent="0" lvl="0" marL="0" rtl="0" algn="ctr">
              <a:spcBef>
                <a:spcPts val="0"/>
              </a:spcBef>
              <a:spcAft>
                <a:spcPts val="0"/>
              </a:spcAft>
              <a:buClr>
                <a:schemeClr val="dk1"/>
              </a:buClr>
              <a:buSzPts val="2796"/>
              <a:buFont typeface="Arial"/>
              <a:buNone/>
            </a:pPr>
            <a:r>
              <a:rPr lang="fr" sz="7060"/>
              <a:t>Quel modèle et quelle base de données 16S </a:t>
            </a:r>
            <a:endParaRPr sz="7060"/>
          </a:p>
          <a:p>
            <a:pPr indent="0" lvl="0" marL="0" rtl="0" algn="ctr">
              <a:spcBef>
                <a:spcPts val="0"/>
              </a:spcBef>
              <a:spcAft>
                <a:spcPts val="0"/>
              </a:spcAft>
              <a:buClr>
                <a:schemeClr val="dk1"/>
              </a:buClr>
              <a:buSzPts val="2796"/>
              <a:buFont typeface="Arial"/>
              <a:buNone/>
            </a:pPr>
            <a:r>
              <a:rPr lang="fr" sz="7060"/>
              <a:t>pour l’analyse du microbiome urinaire bactérien?</a:t>
            </a:r>
            <a:endParaRPr sz="7060"/>
          </a:p>
        </p:txBody>
      </p:sp>
      <p:sp>
        <p:nvSpPr>
          <p:cNvPr id="55" name="Google Shape;55;p13"/>
          <p:cNvSpPr txBox="1"/>
          <p:nvPr>
            <p:ph idx="1" type="subTitle"/>
          </p:nvPr>
        </p:nvSpPr>
        <p:spPr>
          <a:xfrm>
            <a:off x="1032136" y="4847734"/>
            <a:ext cx="28211700" cy="2382000"/>
          </a:xfrm>
          <a:prstGeom prst="rect">
            <a:avLst/>
          </a:prstGeom>
        </p:spPr>
        <p:txBody>
          <a:bodyPr anchorCtr="0" anchor="t" bIns="454275" lIns="454275" spcFirstLastPara="1" rIns="454275" wrap="square" tIns="454275">
            <a:noAutofit/>
          </a:bodyPr>
          <a:lstStyle/>
          <a:p>
            <a:pPr indent="0" lvl="0" marL="0" rtl="0" algn="l">
              <a:spcBef>
                <a:spcPts val="0"/>
              </a:spcBef>
              <a:spcAft>
                <a:spcPts val="0"/>
              </a:spcAft>
              <a:buNone/>
            </a:pPr>
            <a:r>
              <a:rPr b="1" lang="fr" sz="4000">
                <a:solidFill>
                  <a:schemeClr val="dk1"/>
                </a:solidFill>
              </a:rPr>
              <a:t>Contexte</a:t>
            </a:r>
            <a:endParaRPr b="1" sz="4000">
              <a:solidFill>
                <a:schemeClr val="dk1"/>
              </a:solidFill>
            </a:endParaRPr>
          </a:p>
          <a:p>
            <a:pPr indent="0" lvl="0" marL="0" rtl="0" algn="just">
              <a:spcBef>
                <a:spcPts val="0"/>
              </a:spcBef>
              <a:spcAft>
                <a:spcPts val="0"/>
              </a:spcAft>
              <a:buNone/>
            </a:pPr>
            <a:r>
              <a:rPr lang="fr" sz="3500">
                <a:solidFill>
                  <a:schemeClr val="dk1"/>
                </a:solidFill>
              </a:rPr>
              <a:t>L’analyse du microbiome urinaire par metabarcoding 16S pose des difficultés de spécificité et sensibilité. Les résultats obtenus peuvent varier d’une approche à l’autre, et certains genres / espèces d’intérêt peuvent être mal identifiés. Parmi eux, on note des uropathogènes (</a:t>
            </a:r>
            <a:r>
              <a:rPr i="1" lang="fr" sz="3500">
                <a:solidFill>
                  <a:schemeClr val="dk1"/>
                </a:solidFill>
              </a:rPr>
              <a:t>Escherichia coli, Klebsiella pneumoniae…</a:t>
            </a:r>
            <a:r>
              <a:rPr lang="fr" sz="3500">
                <a:solidFill>
                  <a:schemeClr val="dk1"/>
                </a:solidFill>
              </a:rPr>
              <a:t>) et des représentants importants du microbiome (dont les différents lactobacilles).</a:t>
            </a:r>
            <a:endParaRPr sz="3500">
              <a:solidFill>
                <a:schemeClr val="dk1"/>
              </a:solidFill>
            </a:endParaRPr>
          </a:p>
          <a:p>
            <a:pPr indent="0" lvl="0" marL="0" rtl="0" algn="just">
              <a:spcBef>
                <a:spcPts val="0"/>
              </a:spcBef>
              <a:spcAft>
                <a:spcPts val="0"/>
              </a:spcAft>
              <a:buNone/>
            </a:pPr>
            <a:r>
              <a:rPr lang="fr" sz="3500">
                <a:solidFill>
                  <a:schemeClr val="dk1"/>
                </a:solidFill>
              </a:rPr>
              <a:t>L’objectif de ce travail est d’optimiser un outil d’analyse des séquences des régions V3-V4 du gène 16S obtenues selon le protocole standard Illumina.</a:t>
            </a:r>
            <a:endParaRPr sz="3500">
              <a:solidFill>
                <a:schemeClr val="dk1"/>
              </a:solidFill>
            </a:endParaRPr>
          </a:p>
        </p:txBody>
      </p:sp>
      <p:sp>
        <p:nvSpPr>
          <p:cNvPr id="56" name="Google Shape;56;p13"/>
          <p:cNvSpPr txBox="1"/>
          <p:nvPr>
            <p:ph idx="1" type="subTitle"/>
          </p:nvPr>
        </p:nvSpPr>
        <p:spPr>
          <a:xfrm>
            <a:off x="1032136" y="8966350"/>
            <a:ext cx="28211700" cy="1777500"/>
          </a:xfrm>
          <a:prstGeom prst="rect">
            <a:avLst/>
          </a:prstGeom>
        </p:spPr>
        <p:txBody>
          <a:bodyPr anchorCtr="0" anchor="t" bIns="454275" lIns="454275" spcFirstLastPara="1" rIns="454275" wrap="square" tIns="454275">
            <a:noAutofit/>
          </a:bodyPr>
          <a:lstStyle/>
          <a:p>
            <a:pPr indent="0" lvl="0" marL="0" rtl="0" algn="l">
              <a:spcBef>
                <a:spcPts val="0"/>
              </a:spcBef>
              <a:spcAft>
                <a:spcPts val="0"/>
              </a:spcAft>
              <a:buNone/>
            </a:pPr>
            <a:r>
              <a:rPr b="1" lang="fr" sz="4000">
                <a:solidFill>
                  <a:schemeClr val="dk1"/>
                </a:solidFill>
              </a:rPr>
              <a:t>Jeux de référence et de test</a:t>
            </a:r>
            <a:endParaRPr b="1" sz="3953">
              <a:solidFill>
                <a:schemeClr val="dk1"/>
              </a:solidFill>
            </a:endParaRPr>
          </a:p>
        </p:txBody>
      </p:sp>
      <p:sp>
        <p:nvSpPr>
          <p:cNvPr id="57" name="Google Shape;57;p13"/>
          <p:cNvSpPr txBox="1"/>
          <p:nvPr>
            <p:ph idx="1" type="subTitle"/>
          </p:nvPr>
        </p:nvSpPr>
        <p:spPr>
          <a:xfrm>
            <a:off x="1032136" y="14347195"/>
            <a:ext cx="28211700" cy="1533300"/>
          </a:xfrm>
          <a:prstGeom prst="rect">
            <a:avLst/>
          </a:prstGeom>
        </p:spPr>
        <p:txBody>
          <a:bodyPr anchorCtr="0" anchor="t" bIns="454275" lIns="454275" spcFirstLastPara="1" rIns="454275" wrap="square" tIns="454275">
            <a:spAutoFit/>
          </a:bodyPr>
          <a:lstStyle/>
          <a:p>
            <a:pPr indent="0" lvl="0" marL="0" rtl="0" algn="l">
              <a:spcBef>
                <a:spcPts val="0"/>
              </a:spcBef>
              <a:spcAft>
                <a:spcPts val="0"/>
              </a:spcAft>
              <a:buNone/>
            </a:pPr>
            <a:r>
              <a:rPr b="1" lang="fr" sz="4000">
                <a:solidFill>
                  <a:schemeClr val="dk1"/>
                </a:solidFill>
              </a:rPr>
              <a:t>Modèles</a:t>
            </a:r>
            <a:endParaRPr b="1" sz="4000">
              <a:solidFill>
                <a:schemeClr val="dk1"/>
              </a:solidFill>
            </a:endParaRPr>
          </a:p>
        </p:txBody>
      </p:sp>
      <p:sp>
        <p:nvSpPr>
          <p:cNvPr id="58" name="Google Shape;58;p13"/>
          <p:cNvSpPr/>
          <p:nvPr/>
        </p:nvSpPr>
        <p:spPr>
          <a:xfrm>
            <a:off x="1213425" y="16520679"/>
            <a:ext cx="9677700" cy="5262000"/>
          </a:xfrm>
          <a:prstGeom prst="rect">
            <a:avLst/>
          </a:prstGeom>
          <a:solidFill>
            <a:schemeClr val="lt1"/>
          </a:solidFill>
          <a:ln cap="flat" cmpd="sng" w="26900">
            <a:solidFill>
              <a:schemeClr val="dk2"/>
            </a:solidFill>
            <a:prstDash val="solid"/>
            <a:round/>
            <a:headEnd len="sm" w="sm" type="none"/>
            <a:tailEnd len="sm" w="sm" type="none"/>
          </a:ln>
        </p:spPr>
        <p:txBody>
          <a:bodyPr anchorCtr="0" anchor="t" bIns="258200" lIns="258200" spcFirstLastPara="1" rIns="258200" wrap="square" tIns="258200">
            <a:noAutofit/>
          </a:bodyPr>
          <a:lstStyle/>
          <a:p>
            <a:pPr indent="0" lvl="0" marL="0" rtl="0" algn="ctr">
              <a:spcBef>
                <a:spcPts val="0"/>
              </a:spcBef>
              <a:spcAft>
                <a:spcPts val="0"/>
              </a:spcAft>
              <a:buNone/>
            </a:pPr>
            <a:r>
              <a:t/>
            </a:r>
            <a:endParaRPr sz="3953"/>
          </a:p>
        </p:txBody>
      </p:sp>
      <p:sp>
        <p:nvSpPr>
          <p:cNvPr id="59" name="Google Shape;59;p13"/>
          <p:cNvSpPr txBox="1"/>
          <p:nvPr>
            <p:ph idx="1" type="subTitle"/>
          </p:nvPr>
        </p:nvSpPr>
        <p:spPr>
          <a:xfrm>
            <a:off x="1799699" y="16240666"/>
            <a:ext cx="3994200" cy="1526100"/>
          </a:xfrm>
          <a:prstGeom prst="rect">
            <a:avLst/>
          </a:prstGeom>
        </p:spPr>
        <p:txBody>
          <a:bodyPr anchorCtr="0" anchor="t" bIns="454275" lIns="454275" spcFirstLastPara="1" rIns="454275" wrap="square" tIns="454275">
            <a:spAutoFit/>
          </a:bodyPr>
          <a:lstStyle/>
          <a:p>
            <a:pPr indent="0" lvl="0" marL="0" rtl="0" algn="ctr">
              <a:spcBef>
                <a:spcPts val="0"/>
              </a:spcBef>
              <a:spcAft>
                <a:spcPts val="0"/>
              </a:spcAft>
              <a:buNone/>
            </a:pPr>
            <a:r>
              <a:rPr b="1" lang="fr" sz="3953">
                <a:solidFill>
                  <a:srgbClr val="4A86E8"/>
                </a:solidFill>
              </a:rPr>
              <a:t>Rapid Fuzz</a:t>
            </a:r>
            <a:endParaRPr b="1" sz="3953">
              <a:solidFill>
                <a:srgbClr val="4A86E8"/>
              </a:solidFill>
            </a:endParaRPr>
          </a:p>
        </p:txBody>
      </p:sp>
      <p:sp>
        <p:nvSpPr>
          <p:cNvPr id="60" name="Google Shape;60;p13"/>
          <p:cNvSpPr/>
          <p:nvPr/>
        </p:nvSpPr>
        <p:spPr>
          <a:xfrm>
            <a:off x="10894800" y="15623304"/>
            <a:ext cx="18338700" cy="6164100"/>
          </a:xfrm>
          <a:prstGeom prst="rect">
            <a:avLst/>
          </a:prstGeom>
          <a:solidFill>
            <a:schemeClr val="lt1"/>
          </a:solidFill>
          <a:ln cap="flat" cmpd="sng" w="26900">
            <a:solidFill>
              <a:schemeClr val="dk2"/>
            </a:solidFill>
            <a:prstDash val="solid"/>
            <a:round/>
            <a:headEnd len="sm" w="sm" type="none"/>
            <a:tailEnd len="sm" w="sm" type="none"/>
          </a:ln>
        </p:spPr>
        <p:txBody>
          <a:bodyPr anchorCtr="0" anchor="t" bIns="258200" lIns="258200" spcFirstLastPara="1" rIns="258200" wrap="square" tIns="258200">
            <a:noAutofit/>
          </a:bodyPr>
          <a:lstStyle/>
          <a:p>
            <a:pPr indent="0" lvl="0" marL="0" rtl="0" algn="ctr">
              <a:spcBef>
                <a:spcPts val="0"/>
              </a:spcBef>
              <a:spcAft>
                <a:spcPts val="0"/>
              </a:spcAft>
              <a:buNone/>
            </a:pPr>
            <a:r>
              <a:t/>
            </a:r>
            <a:endParaRPr sz="3953"/>
          </a:p>
        </p:txBody>
      </p:sp>
      <p:sp>
        <p:nvSpPr>
          <p:cNvPr id="61" name="Google Shape;61;p13"/>
          <p:cNvSpPr txBox="1"/>
          <p:nvPr/>
        </p:nvSpPr>
        <p:spPr>
          <a:xfrm>
            <a:off x="10899050" y="16499916"/>
            <a:ext cx="5850000" cy="52620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2400">
                <a:solidFill>
                  <a:srgbClr val="FFFFFF"/>
                </a:solidFill>
                <a:highlight>
                  <a:srgbClr val="434343"/>
                </a:highlight>
              </a:rPr>
              <a:t>Data Pre-processing</a:t>
            </a:r>
            <a:r>
              <a:rPr b="1" lang="fr" sz="2400">
                <a:solidFill>
                  <a:srgbClr val="FFFFFF"/>
                </a:solidFill>
                <a:highlight>
                  <a:schemeClr val="dk1"/>
                </a:highlight>
              </a:rPr>
              <a:t>   </a:t>
            </a:r>
            <a:r>
              <a:rPr b="1" lang="fr" sz="2400">
                <a:solidFill>
                  <a:srgbClr val="FFFFFF"/>
                </a:solidFill>
                <a:highlight>
                  <a:srgbClr val="434343"/>
                </a:highlight>
              </a:rPr>
              <a:t>  </a:t>
            </a:r>
            <a:endParaRPr b="1" sz="2400">
              <a:solidFill>
                <a:srgbClr val="FFFFFF"/>
              </a:solidFill>
              <a:highlight>
                <a:srgbClr val="434343"/>
              </a:highlight>
            </a:endParaRPr>
          </a:p>
        </p:txBody>
      </p:sp>
      <p:grpSp>
        <p:nvGrpSpPr>
          <p:cNvPr id="62" name="Google Shape;62;p13"/>
          <p:cNvGrpSpPr/>
          <p:nvPr/>
        </p:nvGrpSpPr>
        <p:grpSpPr>
          <a:xfrm>
            <a:off x="11549896" y="16989305"/>
            <a:ext cx="4548300" cy="4552343"/>
            <a:chOff x="10020168" y="14677813"/>
            <a:chExt cx="4548300" cy="4552343"/>
          </a:xfrm>
        </p:grpSpPr>
        <p:sp>
          <p:nvSpPr>
            <p:cNvPr id="63" name="Google Shape;63;p13"/>
            <p:cNvSpPr txBox="1"/>
            <p:nvPr/>
          </p:nvSpPr>
          <p:spPr>
            <a:xfrm>
              <a:off x="10737182" y="14677813"/>
              <a:ext cx="3114300" cy="891000"/>
            </a:xfrm>
            <a:prstGeom prst="rect">
              <a:avLst/>
            </a:prstGeom>
            <a:noFill/>
            <a:ln>
              <a:noFill/>
            </a:ln>
          </p:spPr>
          <p:txBody>
            <a:bodyPr anchorCtr="0" anchor="t" bIns="258200" lIns="258200" spcFirstLastPara="1" rIns="258200" wrap="square" tIns="258200">
              <a:spAutoFit/>
            </a:bodyPr>
            <a:lstStyle/>
            <a:p>
              <a:pPr indent="0" lvl="0" marL="0" rtl="0" algn="l">
                <a:spcBef>
                  <a:spcPts val="0"/>
                </a:spcBef>
                <a:spcAft>
                  <a:spcPts val="0"/>
                </a:spcAft>
                <a:buNone/>
              </a:pPr>
              <a:r>
                <a:rPr b="1" lang="fr" sz="2400">
                  <a:solidFill>
                    <a:schemeClr val="dk1"/>
                  </a:solidFill>
                </a:rPr>
                <a:t>CTAGTTGGATAC</a:t>
              </a:r>
              <a:endParaRPr sz="2400">
                <a:solidFill>
                  <a:schemeClr val="dk1"/>
                </a:solidFill>
              </a:endParaRPr>
            </a:p>
          </p:txBody>
        </p:sp>
        <p:sp>
          <p:nvSpPr>
            <p:cNvPr id="64" name="Google Shape;64;p13"/>
            <p:cNvSpPr/>
            <p:nvPr/>
          </p:nvSpPr>
          <p:spPr>
            <a:xfrm>
              <a:off x="10653922" y="15444485"/>
              <a:ext cx="3280800" cy="829500"/>
            </a:xfrm>
            <a:prstGeom prst="downArrowCallout">
              <a:avLst>
                <a:gd fmla="val 25000" name="adj1"/>
                <a:gd fmla="val 25000" name="adj2"/>
                <a:gd fmla="val 25000" name="adj3"/>
                <a:gd fmla="val 64977" name="adj4"/>
              </a:avLst>
            </a:prstGeom>
            <a:solidFill>
              <a:schemeClr val="lt2"/>
            </a:solidFill>
            <a:ln cap="flat" cmpd="sng" w="26900">
              <a:solidFill>
                <a:schemeClr val="dk2"/>
              </a:solidFill>
              <a:prstDash val="solid"/>
              <a:round/>
              <a:headEnd len="sm" w="sm" type="none"/>
              <a:tailEnd len="sm" w="sm" type="none"/>
            </a:ln>
          </p:spPr>
          <p:txBody>
            <a:bodyPr anchorCtr="0" anchor="ctr" bIns="258200" lIns="258200" spcFirstLastPara="1" rIns="258200" wrap="square" tIns="258200">
              <a:noAutofit/>
            </a:bodyPr>
            <a:lstStyle/>
            <a:p>
              <a:pPr indent="0" lvl="0" marL="0" rtl="0" algn="ctr">
                <a:spcBef>
                  <a:spcPts val="0"/>
                </a:spcBef>
                <a:spcAft>
                  <a:spcPts val="0"/>
                </a:spcAft>
                <a:buNone/>
              </a:pPr>
              <a:r>
                <a:rPr lang="fr" sz="2441"/>
                <a:t>extraction  k-mers</a:t>
              </a:r>
              <a:endParaRPr sz="2441"/>
            </a:p>
          </p:txBody>
        </p:sp>
        <p:sp>
          <p:nvSpPr>
            <p:cNvPr id="65" name="Google Shape;65;p13"/>
            <p:cNvSpPr txBox="1"/>
            <p:nvPr/>
          </p:nvSpPr>
          <p:spPr>
            <a:xfrm>
              <a:off x="10020168" y="16187181"/>
              <a:ext cx="4548300" cy="1273200"/>
            </a:xfrm>
            <a:prstGeom prst="rect">
              <a:avLst/>
            </a:prstGeom>
            <a:noFill/>
            <a:ln>
              <a:noFill/>
            </a:ln>
          </p:spPr>
          <p:txBody>
            <a:bodyPr anchorCtr="0" anchor="t" bIns="258200" lIns="258200" spcFirstLastPara="1" rIns="258200" wrap="square" tIns="258200">
              <a:spAutoFit/>
            </a:bodyPr>
            <a:lstStyle/>
            <a:p>
              <a:pPr indent="0" lvl="0" marL="0" rtl="0" algn="ctr">
                <a:spcBef>
                  <a:spcPts val="0"/>
                </a:spcBef>
                <a:spcAft>
                  <a:spcPts val="0"/>
                </a:spcAft>
                <a:buNone/>
              </a:pPr>
              <a:r>
                <a:rPr b="1" lang="fr" sz="2441">
                  <a:solidFill>
                    <a:schemeClr val="dk1"/>
                  </a:solidFill>
                </a:rPr>
                <a:t>[</a:t>
              </a:r>
              <a:r>
                <a:rPr b="1" lang="fr" sz="2441">
                  <a:solidFill>
                    <a:schemeClr val="dk1"/>
                  </a:solidFill>
                </a:rPr>
                <a:t>CTAGTTG, </a:t>
              </a:r>
              <a:r>
                <a:rPr b="1" lang="fr" sz="2441">
                  <a:solidFill>
                    <a:schemeClr val="dk1"/>
                  </a:solidFill>
                </a:rPr>
                <a:t>TAGTTGG, AGTTGGA,  GTTGGAT, …]</a:t>
              </a:r>
              <a:endParaRPr sz="2441">
                <a:solidFill>
                  <a:schemeClr val="dk1"/>
                </a:solidFill>
              </a:endParaRPr>
            </a:p>
          </p:txBody>
        </p:sp>
        <p:sp>
          <p:nvSpPr>
            <p:cNvPr id="66" name="Google Shape;66;p13"/>
            <p:cNvSpPr/>
            <p:nvPr/>
          </p:nvSpPr>
          <p:spPr>
            <a:xfrm>
              <a:off x="11009425" y="17537608"/>
              <a:ext cx="2569800" cy="829500"/>
            </a:xfrm>
            <a:prstGeom prst="downArrowCallout">
              <a:avLst>
                <a:gd fmla="val 25000" name="adj1"/>
                <a:gd fmla="val 25000" name="adj2"/>
                <a:gd fmla="val 25000" name="adj3"/>
                <a:gd fmla="val 64977" name="adj4"/>
              </a:avLst>
            </a:prstGeom>
            <a:solidFill>
              <a:schemeClr val="lt2"/>
            </a:solidFill>
            <a:ln cap="flat" cmpd="sng" w="26900">
              <a:solidFill>
                <a:schemeClr val="dk2"/>
              </a:solidFill>
              <a:prstDash val="solid"/>
              <a:round/>
              <a:headEnd len="sm" w="sm" type="none"/>
              <a:tailEnd len="sm" w="sm" type="none"/>
            </a:ln>
          </p:spPr>
          <p:txBody>
            <a:bodyPr anchorCtr="0" anchor="ctr" bIns="258200" lIns="258200" spcFirstLastPara="1" rIns="258200" wrap="square" tIns="258200">
              <a:noAutofit/>
            </a:bodyPr>
            <a:lstStyle/>
            <a:p>
              <a:pPr indent="0" lvl="0" marL="0" rtl="0" algn="ctr">
                <a:spcBef>
                  <a:spcPts val="0"/>
                </a:spcBef>
                <a:spcAft>
                  <a:spcPts val="0"/>
                </a:spcAft>
                <a:buNone/>
              </a:pPr>
              <a:r>
                <a:rPr lang="fr" sz="2441"/>
                <a:t>vectorisation</a:t>
              </a:r>
              <a:endParaRPr sz="2441"/>
            </a:p>
          </p:txBody>
        </p:sp>
        <p:sp>
          <p:nvSpPr>
            <p:cNvPr id="67" name="Google Shape;67;p13"/>
            <p:cNvSpPr txBox="1"/>
            <p:nvPr/>
          </p:nvSpPr>
          <p:spPr>
            <a:xfrm>
              <a:off x="10355532" y="18332856"/>
              <a:ext cx="3994200" cy="897300"/>
            </a:xfrm>
            <a:prstGeom prst="rect">
              <a:avLst/>
            </a:prstGeom>
            <a:noFill/>
            <a:ln>
              <a:noFill/>
            </a:ln>
          </p:spPr>
          <p:txBody>
            <a:bodyPr anchorCtr="0" anchor="t" bIns="258200" lIns="258200" spcFirstLastPara="1" rIns="258200" wrap="square" tIns="258200">
              <a:spAutoFit/>
            </a:bodyPr>
            <a:lstStyle/>
            <a:p>
              <a:pPr indent="0" lvl="0" marL="0" rtl="0" algn="l">
                <a:spcBef>
                  <a:spcPts val="0"/>
                </a:spcBef>
                <a:spcAft>
                  <a:spcPts val="0"/>
                </a:spcAft>
                <a:buNone/>
              </a:pPr>
              <a:r>
                <a:rPr b="1" lang="fr" sz="2441">
                  <a:solidFill>
                    <a:schemeClr val="dk1"/>
                  </a:solidFill>
                </a:rPr>
                <a:t>[3.256, -1.437, 6.524, …]</a:t>
              </a:r>
              <a:endParaRPr sz="2441">
                <a:solidFill>
                  <a:schemeClr val="dk1"/>
                </a:solidFill>
              </a:endParaRPr>
            </a:p>
          </p:txBody>
        </p:sp>
      </p:grpSp>
      <p:sp>
        <p:nvSpPr>
          <p:cNvPr id="68" name="Google Shape;68;p13"/>
          <p:cNvSpPr txBox="1"/>
          <p:nvPr>
            <p:ph idx="1" type="subTitle"/>
          </p:nvPr>
        </p:nvSpPr>
        <p:spPr>
          <a:xfrm>
            <a:off x="17201479" y="16237666"/>
            <a:ext cx="4750500" cy="1526100"/>
          </a:xfrm>
          <a:prstGeom prst="rect">
            <a:avLst/>
          </a:prstGeom>
        </p:spPr>
        <p:txBody>
          <a:bodyPr anchorCtr="0" anchor="t" bIns="454275" lIns="454275" spcFirstLastPara="1" rIns="454275" wrap="square" tIns="454275">
            <a:spAutoFit/>
          </a:bodyPr>
          <a:lstStyle/>
          <a:p>
            <a:pPr indent="0" lvl="0" marL="0" rtl="0" algn="l">
              <a:spcBef>
                <a:spcPts val="0"/>
              </a:spcBef>
              <a:spcAft>
                <a:spcPts val="0"/>
              </a:spcAft>
              <a:buNone/>
            </a:pPr>
            <a:r>
              <a:rPr b="1" lang="fr" sz="3953">
                <a:solidFill>
                  <a:srgbClr val="F47242"/>
                </a:solidFill>
              </a:rPr>
              <a:t>Cosine</a:t>
            </a:r>
            <a:r>
              <a:rPr b="1" lang="fr" sz="3953">
                <a:solidFill>
                  <a:schemeClr val="accent1"/>
                </a:solidFill>
              </a:rPr>
              <a:t> </a:t>
            </a:r>
            <a:r>
              <a:rPr b="1" lang="fr" sz="3953">
                <a:solidFill>
                  <a:schemeClr val="dk1"/>
                </a:solidFill>
              </a:rPr>
              <a:t>/</a:t>
            </a:r>
            <a:r>
              <a:rPr b="1" lang="fr" sz="3953">
                <a:solidFill>
                  <a:schemeClr val="accent1"/>
                </a:solidFill>
              </a:rPr>
              <a:t> </a:t>
            </a:r>
            <a:r>
              <a:rPr b="1" lang="fr" sz="3953">
                <a:solidFill>
                  <a:srgbClr val="F1C232"/>
                </a:solidFill>
              </a:rPr>
              <a:t>knn</a:t>
            </a:r>
            <a:endParaRPr b="1" sz="3953">
              <a:solidFill>
                <a:srgbClr val="F1C232"/>
              </a:solidFill>
            </a:endParaRPr>
          </a:p>
        </p:txBody>
      </p:sp>
      <p:sp>
        <p:nvSpPr>
          <p:cNvPr id="69" name="Google Shape;69;p13"/>
          <p:cNvSpPr/>
          <p:nvPr/>
        </p:nvSpPr>
        <p:spPr>
          <a:xfrm>
            <a:off x="10886350" y="15620616"/>
            <a:ext cx="18338700" cy="894600"/>
          </a:xfrm>
          <a:prstGeom prst="rect">
            <a:avLst/>
          </a:prstGeom>
          <a:solidFill>
            <a:schemeClr val="lt2"/>
          </a:solidFill>
          <a:ln cap="flat" cmpd="sng" w="26900">
            <a:solidFill>
              <a:schemeClr val="dk2"/>
            </a:solidFill>
            <a:prstDash val="solid"/>
            <a:round/>
            <a:headEnd len="sm" w="sm" type="none"/>
            <a:tailEnd len="sm" w="sm" type="none"/>
          </a:ln>
        </p:spPr>
        <p:txBody>
          <a:bodyPr anchorCtr="0" anchor="ctr" bIns="258200" lIns="258200" spcFirstLastPara="1" rIns="258200" wrap="square" tIns="258200">
            <a:noAutofit/>
          </a:bodyPr>
          <a:lstStyle/>
          <a:p>
            <a:pPr indent="0" lvl="0" marL="0" rtl="0" algn="ctr">
              <a:spcBef>
                <a:spcPts val="0"/>
              </a:spcBef>
              <a:spcAft>
                <a:spcPts val="0"/>
              </a:spcAft>
              <a:buNone/>
            </a:pPr>
            <a:r>
              <a:rPr i="1" lang="fr" sz="3953"/>
              <a:t>Machine Learning (ML) models</a:t>
            </a:r>
            <a:endParaRPr i="1" sz="3953"/>
          </a:p>
        </p:txBody>
      </p:sp>
      <p:grpSp>
        <p:nvGrpSpPr>
          <p:cNvPr id="70" name="Google Shape;70;p13"/>
          <p:cNvGrpSpPr/>
          <p:nvPr/>
        </p:nvGrpSpPr>
        <p:grpSpPr>
          <a:xfrm>
            <a:off x="16898485" y="17406775"/>
            <a:ext cx="5574224" cy="2943300"/>
            <a:chOff x="10842529" y="16006606"/>
            <a:chExt cx="5574224" cy="2943300"/>
          </a:xfrm>
        </p:grpSpPr>
        <p:pic>
          <p:nvPicPr>
            <p:cNvPr id="71" name="Google Shape;71;p13"/>
            <p:cNvPicPr preferRelativeResize="0"/>
            <p:nvPr/>
          </p:nvPicPr>
          <p:blipFill rotWithShape="1">
            <a:blip r:embed="rId3">
              <a:alphaModFix/>
            </a:blip>
            <a:srcRect b="29177" l="23491" r="43418" t="30359"/>
            <a:stretch/>
          </p:blipFill>
          <p:spPr>
            <a:xfrm>
              <a:off x="11220129" y="16067791"/>
              <a:ext cx="3776006" cy="2576963"/>
            </a:xfrm>
            <a:prstGeom prst="rect">
              <a:avLst/>
            </a:prstGeom>
            <a:solidFill>
              <a:schemeClr val="lt1"/>
            </a:solidFill>
            <a:ln>
              <a:noFill/>
            </a:ln>
          </p:spPr>
        </p:pic>
        <p:cxnSp>
          <p:nvCxnSpPr>
            <p:cNvPr id="72" name="Google Shape;72;p13"/>
            <p:cNvCxnSpPr/>
            <p:nvPr/>
          </p:nvCxnSpPr>
          <p:spPr>
            <a:xfrm>
              <a:off x="10842529" y="18717980"/>
              <a:ext cx="4441200" cy="0"/>
            </a:xfrm>
            <a:prstGeom prst="straightConnector1">
              <a:avLst/>
            </a:prstGeom>
            <a:noFill/>
            <a:ln cap="flat" cmpd="sng" w="26900">
              <a:solidFill>
                <a:schemeClr val="dk2"/>
              </a:solidFill>
              <a:prstDash val="solid"/>
              <a:round/>
              <a:headEnd len="med" w="med" type="none"/>
              <a:tailEnd len="med" w="med" type="triangle"/>
            </a:ln>
          </p:spPr>
        </p:cxnSp>
        <p:cxnSp>
          <p:nvCxnSpPr>
            <p:cNvPr id="73" name="Google Shape;73;p13"/>
            <p:cNvCxnSpPr/>
            <p:nvPr/>
          </p:nvCxnSpPr>
          <p:spPr>
            <a:xfrm flipH="1" rot="10800000">
              <a:off x="11076281" y="16006606"/>
              <a:ext cx="17700" cy="2943300"/>
            </a:xfrm>
            <a:prstGeom prst="straightConnector1">
              <a:avLst/>
            </a:prstGeom>
            <a:noFill/>
            <a:ln cap="flat" cmpd="sng" w="26900">
              <a:solidFill>
                <a:schemeClr val="dk2"/>
              </a:solidFill>
              <a:prstDash val="solid"/>
              <a:round/>
              <a:headEnd len="med" w="med" type="none"/>
              <a:tailEnd len="med" w="med" type="triangle"/>
            </a:ln>
          </p:spPr>
        </p:cxnSp>
        <p:sp>
          <p:nvSpPr>
            <p:cNvPr id="74" name="Google Shape;74;p13"/>
            <p:cNvSpPr txBox="1"/>
            <p:nvPr/>
          </p:nvSpPr>
          <p:spPr>
            <a:xfrm>
              <a:off x="11921387" y="16024489"/>
              <a:ext cx="1816200" cy="869400"/>
            </a:xfrm>
            <a:prstGeom prst="rect">
              <a:avLst/>
            </a:prstGeom>
            <a:noFill/>
            <a:ln>
              <a:noFill/>
            </a:ln>
          </p:spPr>
          <p:txBody>
            <a:bodyPr anchorCtr="0" anchor="t" bIns="258200" lIns="258200" spcFirstLastPara="1" rIns="258200" wrap="square" tIns="258200">
              <a:spAutoFit/>
            </a:bodyPr>
            <a:lstStyle/>
            <a:p>
              <a:pPr indent="0" lvl="0" marL="0" rtl="0" algn="l">
                <a:spcBef>
                  <a:spcPts val="0"/>
                </a:spcBef>
                <a:spcAft>
                  <a:spcPts val="0"/>
                </a:spcAft>
                <a:buNone/>
              </a:pPr>
              <a:r>
                <a:rPr b="1" lang="fr" sz="2259">
                  <a:solidFill>
                    <a:srgbClr val="6AA84F"/>
                  </a:solidFill>
                </a:rPr>
                <a:t>Classe A</a:t>
              </a:r>
              <a:endParaRPr b="1" sz="2259">
                <a:solidFill>
                  <a:srgbClr val="6AA84F"/>
                </a:solidFill>
              </a:endParaRPr>
            </a:p>
          </p:txBody>
        </p:sp>
        <p:sp>
          <p:nvSpPr>
            <p:cNvPr id="75" name="Google Shape;75;p13"/>
            <p:cNvSpPr txBox="1"/>
            <p:nvPr/>
          </p:nvSpPr>
          <p:spPr>
            <a:xfrm>
              <a:off x="14600553" y="16738319"/>
              <a:ext cx="1816200" cy="869400"/>
            </a:xfrm>
            <a:prstGeom prst="rect">
              <a:avLst/>
            </a:prstGeom>
            <a:noFill/>
            <a:ln>
              <a:noFill/>
            </a:ln>
          </p:spPr>
          <p:txBody>
            <a:bodyPr anchorCtr="0" anchor="t" bIns="258200" lIns="258200" spcFirstLastPara="1" rIns="258200" wrap="square" tIns="258200">
              <a:spAutoFit/>
            </a:bodyPr>
            <a:lstStyle/>
            <a:p>
              <a:pPr indent="0" lvl="0" marL="0" rtl="0" algn="l">
                <a:spcBef>
                  <a:spcPts val="0"/>
                </a:spcBef>
                <a:spcAft>
                  <a:spcPts val="0"/>
                </a:spcAft>
                <a:buNone/>
              </a:pPr>
              <a:r>
                <a:rPr b="1" lang="fr" sz="2259">
                  <a:solidFill>
                    <a:srgbClr val="FF0000"/>
                  </a:solidFill>
                </a:rPr>
                <a:t>Classe B</a:t>
              </a:r>
              <a:endParaRPr b="1" sz="2259">
                <a:solidFill>
                  <a:srgbClr val="FF0000"/>
                </a:solidFill>
              </a:endParaRPr>
            </a:p>
          </p:txBody>
        </p:sp>
      </p:grpSp>
      <p:sp>
        <p:nvSpPr>
          <p:cNvPr id="76" name="Google Shape;76;p13"/>
          <p:cNvSpPr txBox="1"/>
          <p:nvPr/>
        </p:nvSpPr>
        <p:spPr>
          <a:xfrm>
            <a:off x="16557894" y="20259290"/>
            <a:ext cx="7012500" cy="1518000"/>
          </a:xfrm>
          <a:prstGeom prst="rect">
            <a:avLst/>
          </a:prstGeom>
          <a:noFill/>
          <a:ln>
            <a:noFill/>
          </a:ln>
        </p:spPr>
        <p:txBody>
          <a:bodyPr anchorCtr="0" anchor="t" bIns="258200" lIns="258200" spcFirstLastPara="1" rIns="258200" wrap="square" tIns="258200">
            <a:noAutofit/>
          </a:bodyPr>
          <a:lstStyle/>
          <a:p>
            <a:pPr indent="0" lvl="0" marL="0" rtl="0" algn="l">
              <a:spcBef>
                <a:spcPts val="0"/>
              </a:spcBef>
              <a:spcAft>
                <a:spcPts val="0"/>
              </a:spcAft>
              <a:buNone/>
            </a:pPr>
            <a:r>
              <a:rPr lang="fr" sz="2400">
                <a:solidFill>
                  <a:schemeClr val="dk1"/>
                </a:solidFill>
              </a:rPr>
              <a:t>➤ Retourne la classe la plus proche (Cosine), ou </a:t>
            </a:r>
            <a:r>
              <a:rPr lang="fr" sz="2400">
                <a:solidFill>
                  <a:schemeClr val="dk1"/>
                </a:solidFill>
              </a:rPr>
              <a:t>la classe majoritaire parmi les K plus proches voisins (K-Nearest Neighbors, knn)</a:t>
            </a:r>
            <a:endParaRPr sz="2400">
              <a:solidFill>
                <a:schemeClr val="dk1"/>
              </a:solidFill>
            </a:endParaRPr>
          </a:p>
        </p:txBody>
      </p:sp>
      <p:sp>
        <p:nvSpPr>
          <p:cNvPr id="77" name="Google Shape;77;p13"/>
          <p:cNvSpPr txBox="1"/>
          <p:nvPr/>
        </p:nvSpPr>
        <p:spPr>
          <a:xfrm>
            <a:off x="23777374" y="20252224"/>
            <a:ext cx="6602100" cy="891000"/>
          </a:xfrm>
          <a:prstGeom prst="rect">
            <a:avLst/>
          </a:prstGeom>
          <a:noFill/>
          <a:ln>
            <a:noFill/>
          </a:ln>
        </p:spPr>
        <p:txBody>
          <a:bodyPr anchorCtr="0" anchor="t" bIns="258200" lIns="258200" spcFirstLastPara="1" rIns="258200" wrap="square" tIns="258200">
            <a:noAutofit/>
          </a:bodyPr>
          <a:lstStyle/>
          <a:p>
            <a:pPr indent="0" lvl="0" marL="0" rtl="0" algn="l">
              <a:spcBef>
                <a:spcPts val="0"/>
              </a:spcBef>
              <a:spcAft>
                <a:spcPts val="0"/>
              </a:spcAft>
              <a:buNone/>
            </a:pPr>
            <a:r>
              <a:rPr lang="fr" sz="2400">
                <a:solidFill>
                  <a:schemeClr val="dk1"/>
                </a:solidFill>
              </a:rPr>
              <a:t>➤ Retourne la classe la plus probable</a:t>
            </a:r>
            <a:endParaRPr sz="2400">
              <a:solidFill>
                <a:schemeClr val="dk1"/>
              </a:solidFill>
            </a:endParaRPr>
          </a:p>
        </p:txBody>
      </p:sp>
      <p:pic>
        <p:nvPicPr>
          <p:cNvPr descr="Documents thin line icon. Paper pages with list symbol, outline style pictogram on white background. Postage or business sign for mobile concept and web design. Vector graphics. (fourni par Getty Images)" id="78" name="Google Shape;78;p13"/>
          <p:cNvPicPr preferRelativeResize="0"/>
          <p:nvPr/>
        </p:nvPicPr>
        <p:blipFill>
          <a:blip r:embed="rId4">
            <a:alphaModFix/>
          </a:blip>
          <a:stretch>
            <a:fillRect/>
          </a:stretch>
        </p:blipFill>
        <p:spPr>
          <a:xfrm>
            <a:off x="1238749" y="10312212"/>
            <a:ext cx="2177608" cy="1793178"/>
          </a:xfrm>
          <a:prstGeom prst="rect">
            <a:avLst/>
          </a:prstGeom>
          <a:noFill/>
          <a:ln>
            <a:noFill/>
          </a:ln>
        </p:spPr>
      </p:pic>
      <p:sp>
        <p:nvSpPr>
          <p:cNvPr id="79" name="Google Shape;79;p13"/>
          <p:cNvSpPr txBox="1"/>
          <p:nvPr/>
        </p:nvSpPr>
        <p:spPr>
          <a:xfrm rot="-2203155">
            <a:off x="1718543" y="11055640"/>
            <a:ext cx="1802826" cy="589524"/>
          </a:xfrm>
          <a:prstGeom prst="rect">
            <a:avLst/>
          </a:prstGeom>
          <a:noFill/>
          <a:ln>
            <a:noFill/>
          </a:ln>
        </p:spPr>
        <p:txBody>
          <a:bodyPr anchorCtr="0" anchor="t" bIns="258200" lIns="258200" spcFirstLastPara="1" rIns="258200" wrap="square" tIns="258200">
            <a:noAutofit/>
          </a:bodyPr>
          <a:lstStyle/>
          <a:p>
            <a:pPr indent="0" lvl="0" marL="0" rtl="0" algn="l">
              <a:spcBef>
                <a:spcPts val="0"/>
              </a:spcBef>
              <a:spcAft>
                <a:spcPts val="0"/>
              </a:spcAft>
              <a:buNone/>
            </a:pPr>
            <a:r>
              <a:rPr b="1" lang="fr" sz="2259">
                <a:solidFill>
                  <a:schemeClr val="dk2"/>
                </a:solidFill>
              </a:rPr>
              <a:t>STUDY</a:t>
            </a:r>
            <a:endParaRPr b="1" sz="2259">
              <a:solidFill>
                <a:schemeClr val="dk2"/>
              </a:solidFill>
            </a:endParaRPr>
          </a:p>
        </p:txBody>
      </p:sp>
      <p:sp>
        <p:nvSpPr>
          <p:cNvPr id="80" name="Google Shape;80;p13"/>
          <p:cNvSpPr txBox="1"/>
          <p:nvPr/>
        </p:nvSpPr>
        <p:spPr>
          <a:xfrm>
            <a:off x="4217725" y="10460425"/>
            <a:ext cx="4750500" cy="1556700"/>
          </a:xfrm>
          <a:prstGeom prst="rect">
            <a:avLst/>
          </a:prstGeom>
          <a:noFill/>
          <a:ln>
            <a:noFill/>
          </a:ln>
        </p:spPr>
        <p:txBody>
          <a:bodyPr anchorCtr="0" anchor="ctr" bIns="258200" lIns="258200" spcFirstLastPara="1" rIns="258200" wrap="square" tIns="258200">
            <a:noAutofit/>
          </a:bodyPr>
          <a:lstStyle/>
          <a:p>
            <a:pPr indent="0" lvl="0" marL="0" rtl="0" algn="ctr">
              <a:spcBef>
                <a:spcPts val="0"/>
              </a:spcBef>
              <a:spcAft>
                <a:spcPts val="0"/>
              </a:spcAft>
              <a:buNone/>
            </a:pPr>
            <a:r>
              <a:rPr b="1" lang="fr" sz="2800">
                <a:solidFill>
                  <a:schemeClr val="dk2"/>
                </a:solidFill>
              </a:rPr>
              <a:t>E</a:t>
            </a:r>
            <a:r>
              <a:rPr b="1" lang="fr" sz="2800">
                <a:solidFill>
                  <a:schemeClr val="dk2"/>
                </a:solidFill>
              </a:rPr>
              <a:t>spèces observées dans le milieu urinaire</a:t>
            </a:r>
            <a:endParaRPr b="1" sz="2800">
              <a:solidFill>
                <a:schemeClr val="dk2"/>
              </a:solidFill>
            </a:endParaRPr>
          </a:p>
          <a:p>
            <a:pPr indent="0" lvl="0" marL="0" rtl="0" algn="ctr">
              <a:spcBef>
                <a:spcPts val="0"/>
              </a:spcBef>
              <a:spcAft>
                <a:spcPts val="0"/>
              </a:spcAft>
              <a:buNone/>
            </a:pPr>
            <a:r>
              <a:rPr b="1" lang="fr" sz="2800">
                <a:solidFill>
                  <a:schemeClr val="dk2"/>
                </a:solidFill>
              </a:rPr>
              <a:t>(taxo NCBI 2025)</a:t>
            </a:r>
            <a:endParaRPr b="1" sz="2800">
              <a:solidFill>
                <a:schemeClr val="dk2"/>
              </a:solidFill>
            </a:endParaRPr>
          </a:p>
        </p:txBody>
      </p:sp>
      <p:sp>
        <p:nvSpPr>
          <p:cNvPr id="81" name="Google Shape;81;p13"/>
          <p:cNvSpPr/>
          <p:nvPr/>
        </p:nvSpPr>
        <p:spPr>
          <a:xfrm>
            <a:off x="9813825" y="12513030"/>
            <a:ext cx="19423800" cy="1777500"/>
          </a:xfrm>
          <a:prstGeom prst="rect">
            <a:avLst/>
          </a:prstGeom>
          <a:solidFill>
            <a:schemeClr val="lt1"/>
          </a:solidFill>
          <a:ln cap="flat" cmpd="sng" w="26900">
            <a:solidFill>
              <a:schemeClr val="dk2"/>
            </a:solidFill>
            <a:prstDash val="solid"/>
            <a:round/>
            <a:headEnd len="sm" w="sm" type="none"/>
            <a:tailEnd len="sm" w="sm" type="none"/>
          </a:ln>
        </p:spPr>
        <p:txBody>
          <a:bodyPr anchorCtr="0" anchor="b" bIns="258200" lIns="258200" spcFirstLastPara="1" rIns="258200" wrap="square" tIns="258200">
            <a:noAutofit/>
          </a:bodyPr>
          <a:lstStyle/>
          <a:p>
            <a:pPr indent="0" lvl="0" marL="0" rtl="0" algn="l">
              <a:spcBef>
                <a:spcPts val="0"/>
              </a:spcBef>
              <a:spcAft>
                <a:spcPts val="0"/>
              </a:spcAft>
              <a:buNone/>
            </a:pPr>
            <a:r>
              <a:t/>
            </a:r>
            <a:endParaRPr sz="2824"/>
          </a:p>
          <a:p>
            <a:pPr indent="0" lvl="0" marL="0" rtl="0" algn="l">
              <a:spcBef>
                <a:spcPts val="0"/>
              </a:spcBef>
              <a:spcAft>
                <a:spcPts val="0"/>
              </a:spcAft>
              <a:buNone/>
            </a:pPr>
            <a:r>
              <a:rPr lang="fr" sz="2424"/>
              <a:t>- Extraction V3-V4</a:t>
            </a:r>
            <a:endParaRPr sz="2424"/>
          </a:p>
          <a:p>
            <a:pPr indent="0" lvl="0" marL="0" rtl="0" algn="l">
              <a:spcBef>
                <a:spcPts val="0"/>
              </a:spcBef>
              <a:spcAft>
                <a:spcPts val="0"/>
              </a:spcAft>
              <a:buClr>
                <a:schemeClr val="dk1"/>
              </a:buClr>
              <a:buSzPts val="1100"/>
              <a:buFont typeface="Arial"/>
              <a:buNone/>
            </a:pPr>
            <a:r>
              <a:rPr lang="fr" sz="2424">
                <a:solidFill>
                  <a:schemeClr val="dk1"/>
                </a:solidFill>
              </a:rPr>
              <a:t>- Suppression des séquences doublons</a:t>
            </a:r>
            <a:endParaRPr sz="2424"/>
          </a:p>
        </p:txBody>
      </p:sp>
      <p:sp>
        <p:nvSpPr>
          <p:cNvPr id="82" name="Google Shape;82;p13"/>
          <p:cNvSpPr txBox="1"/>
          <p:nvPr/>
        </p:nvSpPr>
        <p:spPr>
          <a:xfrm>
            <a:off x="9787095" y="12280436"/>
            <a:ext cx="4246500" cy="1086600"/>
          </a:xfrm>
          <a:prstGeom prst="rect">
            <a:avLst/>
          </a:prstGeom>
          <a:noFill/>
          <a:ln>
            <a:noFill/>
          </a:ln>
        </p:spPr>
        <p:txBody>
          <a:bodyPr anchorCtr="0" anchor="ctr" bIns="258200" lIns="258200" spcFirstLastPara="1" rIns="258200" wrap="square" tIns="258200">
            <a:spAutoFit/>
          </a:bodyPr>
          <a:lstStyle/>
          <a:p>
            <a:pPr indent="0" lvl="0" marL="0" rtl="0" algn="l">
              <a:spcBef>
                <a:spcPts val="0"/>
              </a:spcBef>
              <a:spcAft>
                <a:spcPts val="0"/>
              </a:spcAft>
              <a:buNone/>
            </a:pPr>
            <a:r>
              <a:rPr b="1" lang="fr" sz="3671">
                <a:solidFill>
                  <a:schemeClr val="dk1"/>
                </a:solidFill>
              </a:rPr>
              <a:t>Jeu de t</a:t>
            </a:r>
            <a:r>
              <a:rPr b="1" lang="fr" sz="3671">
                <a:solidFill>
                  <a:schemeClr val="dk1"/>
                </a:solidFill>
              </a:rPr>
              <a:t>est</a:t>
            </a:r>
            <a:endParaRPr b="1" sz="3671">
              <a:solidFill>
                <a:schemeClr val="dk1"/>
              </a:solidFill>
            </a:endParaRPr>
          </a:p>
        </p:txBody>
      </p:sp>
      <p:sp>
        <p:nvSpPr>
          <p:cNvPr id="83" name="Google Shape;83;p13"/>
          <p:cNvSpPr/>
          <p:nvPr/>
        </p:nvSpPr>
        <p:spPr>
          <a:xfrm>
            <a:off x="9813825" y="10281525"/>
            <a:ext cx="19423800" cy="2064300"/>
          </a:xfrm>
          <a:prstGeom prst="rect">
            <a:avLst/>
          </a:prstGeom>
          <a:solidFill>
            <a:schemeClr val="lt1"/>
          </a:solidFill>
          <a:ln cap="flat" cmpd="sng" w="26900">
            <a:solidFill>
              <a:schemeClr val="dk2"/>
            </a:solidFill>
            <a:prstDash val="solid"/>
            <a:round/>
            <a:headEnd len="sm" w="sm" type="none"/>
            <a:tailEnd len="sm" w="sm" type="none"/>
          </a:ln>
        </p:spPr>
        <p:txBody>
          <a:bodyPr anchorCtr="0" anchor="b" bIns="258200" lIns="258200" spcFirstLastPara="1" rIns="258200" wrap="square" tIns="258200">
            <a:noAutofit/>
          </a:bodyPr>
          <a:lstStyle/>
          <a:p>
            <a:pPr indent="0" lvl="0" marL="0" rtl="0" algn="l">
              <a:spcBef>
                <a:spcPts val="0"/>
              </a:spcBef>
              <a:spcAft>
                <a:spcPts val="0"/>
              </a:spcAft>
              <a:buNone/>
            </a:pPr>
            <a:r>
              <a:rPr lang="fr" sz="2824"/>
              <a:t>- </a:t>
            </a:r>
            <a:r>
              <a:rPr lang="fr" sz="2424"/>
              <a:t>N</a:t>
            </a:r>
            <a:r>
              <a:rPr lang="fr" sz="2424"/>
              <a:t>ombre min-max de représentants par espèce (ex: Urinary_1-20)</a:t>
            </a:r>
            <a:endParaRPr sz="2424"/>
          </a:p>
          <a:p>
            <a:pPr indent="0" lvl="0" marL="0" rtl="0" algn="l">
              <a:spcBef>
                <a:spcPts val="0"/>
              </a:spcBef>
              <a:spcAft>
                <a:spcPts val="0"/>
              </a:spcAft>
              <a:buNone/>
            </a:pPr>
            <a:r>
              <a:rPr lang="fr" sz="2424"/>
              <a:t>- 16S complet vs extraction V3-V4</a:t>
            </a:r>
            <a:endParaRPr sz="2424"/>
          </a:p>
          <a:p>
            <a:pPr indent="0" lvl="0" marL="0" rtl="0" algn="l">
              <a:spcBef>
                <a:spcPts val="0"/>
              </a:spcBef>
              <a:spcAft>
                <a:spcPts val="0"/>
              </a:spcAft>
              <a:buNone/>
            </a:pPr>
            <a:r>
              <a:rPr lang="fr" sz="2424">
                <a:solidFill>
                  <a:schemeClr val="dk1"/>
                </a:solidFill>
              </a:rPr>
              <a:t>- Filtrage (suppression des ids présents dans le jeu de test)</a:t>
            </a:r>
            <a:endParaRPr sz="2424"/>
          </a:p>
        </p:txBody>
      </p:sp>
      <p:sp>
        <p:nvSpPr>
          <p:cNvPr id="84" name="Google Shape;84;p13"/>
          <p:cNvSpPr txBox="1"/>
          <p:nvPr/>
        </p:nvSpPr>
        <p:spPr>
          <a:xfrm>
            <a:off x="9813794" y="10117850"/>
            <a:ext cx="12649500" cy="1086600"/>
          </a:xfrm>
          <a:prstGeom prst="rect">
            <a:avLst/>
          </a:prstGeom>
          <a:noFill/>
          <a:ln>
            <a:noFill/>
          </a:ln>
        </p:spPr>
        <p:txBody>
          <a:bodyPr anchorCtr="0" anchor="ctr" bIns="258200" lIns="258200" spcFirstLastPara="1" rIns="258200" wrap="square" tIns="258200">
            <a:spAutoFit/>
          </a:bodyPr>
          <a:lstStyle/>
          <a:p>
            <a:pPr indent="0" lvl="0" marL="0" rtl="0" algn="l">
              <a:spcBef>
                <a:spcPts val="0"/>
              </a:spcBef>
              <a:spcAft>
                <a:spcPts val="0"/>
              </a:spcAft>
              <a:buNone/>
            </a:pPr>
            <a:r>
              <a:rPr b="1" lang="fr" sz="3671">
                <a:solidFill>
                  <a:schemeClr val="dk1"/>
                </a:solidFill>
              </a:rPr>
              <a:t>Jeu de référence </a:t>
            </a:r>
            <a:r>
              <a:rPr b="1" lang="fr" sz="3671">
                <a:solidFill>
                  <a:schemeClr val="dk1"/>
                </a:solidFill>
              </a:rPr>
              <a:t>/ d’entra</a:t>
            </a:r>
            <a:r>
              <a:rPr b="1" lang="fr" sz="3671">
                <a:solidFill>
                  <a:schemeClr val="dk1"/>
                </a:solidFill>
              </a:rPr>
              <a:t>înement des modèles</a:t>
            </a:r>
            <a:endParaRPr b="1" sz="3671">
              <a:solidFill>
                <a:schemeClr val="dk1"/>
              </a:solidFill>
            </a:endParaRPr>
          </a:p>
        </p:txBody>
      </p:sp>
      <p:sp>
        <p:nvSpPr>
          <p:cNvPr id="85" name="Google Shape;85;p13"/>
          <p:cNvSpPr txBox="1"/>
          <p:nvPr/>
        </p:nvSpPr>
        <p:spPr>
          <a:xfrm>
            <a:off x="21433975" y="12853075"/>
            <a:ext cx="7728600" cy="1287900"/>
          </a:xfrm>
          <a:prstGeom prst="rect">
            <a:avLst/>
          </a:prstGeom>
          <a:noFill/>
          <a:ln>
            <a:noFill/>
          </a:ln>
        </p:spPr>
        <p:txBody>
          <a:bodyPr anchorCtr="0" anchor="ctr" bIns="258200" lIns="258200" spcFirstLastPara="1" rIns="258200" wrap="square" tIns="258200">
            <a:spAutoFit/>
          </a:bodyPr>
          <a:lstStyle/>
          <a:p>
            <a:pPr indent="0" lvl="0" marL="1291258" rtl="0" algn="r">
              <a:spcBef>
                <a:spcPts val="0"/>
              </a:spcBef>
              <a:spcAft>
                <a:spcPts val="0"/>
              </a:spcAft>
              <a:buNone/>
            </a:pPr>
            <a:r>
              <a:rPr lang="fr" sz="2489">
                <a:solidFill>
                  <a:schemeClr val="dk1"/>
                </a:solidFill>
              </a:rPr>
              <a:t>843 séquences extraites aléatoirement</a:t>
            </a:r>
            <a:endParaRPr sz="2489">
              <a:solidFill>
                <a:schemeClr val="dk1"/>
              </a:solidFill>
            </a:endParaRPr>
          </a:p>
          <a:p>
            <a:pPr indent="0" lvl="0" marL="1291258" rtl="0" algn="r">
              <a:spcBef>
                <a:spcPts val="0"/>
              </a:spcBef>
              <a:spcAft>
                <a:spcPts val="0"/>
              </a:spcAft>
              <a:buNone/>
            </a:pPr>
            <a:r>
              <a:rPr lang="fr" sz="2489">
                <a:solidFill>
                  <a:schemeClr val="dk1"/>
                </a:solidFill>
              </a:rPr>
              <a:t>(20% du plus petit jeu de référence)</a:t>
            </a:r>
            <a:endParaRPr sz="2489">
              <a:solidFill>
                <a:schemeClr val="dk1"/>
              </a:solidFill>
            </a:endParaRPr>
          </a:p>
        </p:txBody>
      </p:sp>
      <p:pic>
        <p:nvPicPr>
          <p:cNvPr id="86" name="Google Shape;86;p13" title="scatter_genus_and_species.png"/>
          <p:cNvPicPr preferRelativeResize="0"/>
          <p:nvPr/>
        </p:nvPicPr>
        <p:blipFill rotWithShape="1">
          <a:blip r:embed="rId5">
            <a:alphaModFix/>
          </a:blip>
          <a:srcRect b="52974" l="9543" r="0" t="8346"/>
          <a:stretch/>
        </p:blipFill>
        <p:spPr>
          <a:xfrm>
            <a:off x="3187000" y="22912107"/>
            <a:ext cx="26529275" cy="2119525"/>
          </a:xfrm>
          <a:prstGeom prst="rect">
            <a:avLst/>
          </a:prstGeom>
          <a:noFill/>
          <a:ln>
            <a:noFill/>
          </a:ln>
        </p:spPr>
      </p:pic>
      <p:sp>
        <p:nvSpPr>
          <p:cNvPr id="87" name="Google Shape;87;p13"/>
          <p:cNvSpPr txBox="1"/>
          <p:nvPr>
            <p:ph idx="1" type="subTitle"/>
          </p:nvPr>
        </p:nvSpPr>
        <p:spPr>
          <a:xfrm>
            <a:off x="989875" y="21691473"/>
            <a:ext cx="3776100" cy="1518000"/>
          </a:xfrm>
          <a:prstGeom prst="rect">
            <a:avLst/>
          </a:prstGeom>
        </p:spPr>
        <p:txBody>
          <a:bodyPr anchorCtr="0" anchor="t" bIns="454275" lIns="454275" spcFirstLastPara="1" rIns="454275" wrap="square" tIns="454275">
            <a:noAutofit/>
          </a:bodyPr>
          <a:lstStyle/>
          <a:p>
            <a:pPr indent="0" lvl="0" marL="0" rtl="0" algn="l">
              <a:spcBef>
                <a:spcPts val="0"/>
              </a:spcBef>
              <a:spcAft>
                <a:spcPts val="0"/>
              </a:spcAft>
              <a:buNone/>
            </a:pPr>
            <a:r>
              <a:rPr b="1" lang="fr" sz="4048">
                <a:solidFill>
                  <a:schemeClr val="dk1"/>
                </a:solidFill>
              </a:rPr>
              <a:t>Résultats</a:t>
            </a:r>
            <a:endParaRPr b="1" sz="4048">
              <a:solidFill>
                <a:schemeClr val="dk1"/>
              </a:solidFill>
            </a:endParaRPr>
          </a:p>
          <a:p>
            <a:pPr indent="0" lvl="0" marL="0" rtl="0" algn="l">
              <a:spcBef>
                <a:spcPts val="0"/>
              </a:spcBef>
              <a:spcAft>
                <a:spcPts val="0"/>
              </a:spcAft>
              <a:buNone/>
            </a:pPr>
            <a:r>
              <a:t/>
            </a:r>
            <a:endParaRPr b="1" sz="3953"/>
          </a:p>
        </p:txBody>
      </p:sp>
      <p:grpSp>
        <p:nvGrpSpPr>
          <p:cNvPr id="88" name="Google Shape;88;p13"/>
          <p:cNvGrpSpPr/>
          <p:nvPr/>
        </p:nvGrpSpPr>
        <p:grpSpPr>
          <a:xfrm>
            <a:off x="4161058" y="23131792"/>
            <a:ext cx="7574579" cy="1469700"/>
            <a:chOff x="5482895" y="22087150"/>
            <a:chExt cx="7574579" cy="1469700"/>
          </a:xfrm>
        </p:grpSpPr>
        <p:pic>
          <p:nvPicPr>
            <p:cNvPr id="89" name="Google Shape;89;p13" title="legend_models.png"/>
            <p:cNvPicPr preferRelativeResize="0"/>
            <p:nvPr/>
          </p:nvPicPr>
          <p:blipFill>
            <a:blip r:embed="rId6">
              <a:alphaModFix amt="80000"/>
            </a:blip>
            <a:stretch>
              <a:fillRect/>
            </a:stretch>
          </p:blipFill>
          <p:spPr>
            <a:xfrm>
              <a:off x="5551475" y="22087150"/>
              <a:ext cx="7506000" cy="717390"/>
            </a:xfrm>
            <a:prstGeom prst="rect">
              <a:avLst/>
            </a:prstGeom>
            <a:noFill/>
            <a:ln>
              <a:noFill/>
            </a:ln>
          </p:spPr>
        </p:pic>
        <p:pic>
          <p:nvPicPr>
            <p:cNvPr id="90" name="Google Shape;90;p13" title="legend_region.png"/>
            <p:cNvPicPr preferRelativeResize="0"/>
            <p:nvPr/>
          </p:nvPicPr>
          <p:blipFill rotWithShape="1">
            <a:blip r:embed="rId7">
              <a:alphaModFix amt="80000"/>
            </a:blip>
            <a:srcRect b="0" l="-912" r="33295" t="0"/>
            <a:stretch/>
          </p:blipFill>
          <p:spPr>
            <a:xfrm>
              <a:off x="5482895" y="22839450"/>
              <a:ext cx="5029403" cy="717400"/>
            </a:xfrm>
            <a:prstGeom prst="rect">
              <a:avLst/>
            </a:prstGeom>
            <a:noFill/>
            <a:ln>
              <a:noFill/>
            </a:ln>
          </p:spPr>
        </p:pic>
      </p:grpSp>
      <p:pic>
        <p:nvPicPr>
          <p:cNvPr id="91" name="Google Shape;91;p13" title="Capture d’écran du 2025-11-13 21-37-22.png"/>
          <p:cNvPicPr preferRelativeResize="0"/>
          <p:nvPr/>
        </p:nvPicPr>
        <p:blipFill>
          <a:blip r:embed="rId8">
            <a:alphaModFix/>
          </a:blip>
          <a:stretch>
            <a:fillRect/>
          </a:stretch>
        </p:blipFill>
        <p:spPr>
          <a:xfrm>
            <a:off x="24288817" y="10526560"/>
            <a:ext cx="1432186" cy="1533045"/>
          </a:xfrm>
          <a:prstGeom prst="rect">
            <a:avLst/>
          </a:prstGeom>
          <a:noFill/>
          <a:ln>
            <a:noFill/>
          </a:ln>
        </p:spPr>
      </p:pic>
      <p:pic>
        <p:nvPicPr>
          <p:cNvPr id="92" name="Google Shape;92;p13" title="Capture d’écran du 2025-11-13 21-37-04.png"/>
          <p:cNvPicPr preferRelativeResize="0"/>
          <p:nvPr/>
        </p:nvPicPr>
        <p:blipFill>
          <a:blip r:embed="rId9">
            <a:alphaModFix/>
          </a:blip>
          <a:stretch>
            <a:fillRect/>
          </a:stretch>
        </p:blipFill>
        <p:spPr>
          <a:xfrm>
            <a:off x="22794024" y="10526423"/>
            <a:ext cx="1403400" cy="1533300"/>
          </a:xfrm>
          <a:prstGeom prst="rect">
            <a:avLst/>
          </a:prstGeom>
          <a:noFill/>
          <a:ln>
            <a:noFill/>
          </a:ln>
        </p:spPr>
      </p:pic>
      <p:pic>
        <p:nvPicPr>
          <p:cNvPr id="93" name="Google Shape;93;p13" title="Capture d’écran du 2025-11-13 21-36-52.png"/>
          <p:cNvPicPr preferRelativeResize="0"/>
          <p:nvPr/>
        </p:nvPicPr>
        <p:blipFill>
          <a:blip r:embed="rId10">
            <a:alphaModFix/>
          </a:blip>
          <a:stretch>
            <a:fillRect/>
          </a:stretch>
        </p:blipFill>
        <p:spPr>
          <a:xfrm>
            <a:off x="21299301" y="10526449"/>
            <a:ext cx="1403438" cy="1533236"/>
          </a:xfrm>
          <a:prstGeom prst="rect">
            <a:avLst/>
          </a:prstGeom>
          <a:noFill/>
          <a:ln>
            <a:noFill/>
          </a:ln>
        </p:spPr>
      </p:pic>
      <p:pic>
        <p:nvPicPr>
          <p:cNvPr id="94" name="Google Shape;94;p13" title="Capture d’écran du 2025-11-13 21-37-34.png"/>
          <p:cNvPicPr preferRelativeResize="0"/>
          <p:nvPr/>
        </p:nvPicPr>
        <p:blipFill>
          <a:blip r:embed="rId11">
            <a:alphaModFix/>
          </a:blip>
          <a:stretch>
            <a:fillRect/>
          </a:stretch>
        </p:blipFill>
        <p:spPr>
          <a:xfrm>
            <a:off x="21484768" y="12777877"/>
            <a:ext cx="978532" cy="1191600"/>
          </a:xfrm>
          <a:prstGeom prst="rect">
            <a:avLst/>
          </a:prstGeom>
          <a:noFill/>
          <a:ln>
            <a:noFill/>
          </a:ln>
        </p:spPr>
      </p:pic>
      <p:sp>
        <p:nvSpPr>
          <p:cNvPr id="95" name="Google Shape;95;p13"/>
          <p:cNvSpPr txBox="1"/>
          <p:nvPr/>
        </p:nvSpPr>
        <p:spPr>
          <a:xfrm>
            <a:off x="25644483" y="10569757"/>
            <a:ext cx="3413700" cy="1629900"/>
          </a:xfrm>
          <a:prstGeom prst="rect">
            <a:avLst/>
          </a:prstGeom>
          <a:noFill/>
          <a:ln>
            <a:noFill/>
          </a:ln>
        </p:spPr>
        <p:txBody>
          <a:bodyPr anchorCtr="0" anchor="ctr" bIns="258200" lIns="258200" spcFirstLastPara="1" rIns="258200" wrap="square" tIns="258200">
            <a:spAutoFit/>
          </a:bodyPr>
          <a:lstStyle/>
          <a:p>
            <a:pPr indent="0" lvl="0" marL="0" rtl="0" algn="r">
              <a:spcBef>
                <a:spcPts val="0"/>
              </a:spcBef>
              <a:spcAft>
                <a:spcPts val="0"/>
              </a:spcAft>
              <a:buNone/>
            </a:pPr>
            <a:r>
              <a:rPr lang="fr" sz="2400">
                <a:solidFill>
                  <a:schemeClr val="dk1"/>
                </a:solidFill>
              </a:rPr>
              <a:t>de 3370 à</a:t>
            </a:r>
            <a:endParaRPr sz="2400">
              <a:solidFill>
                <a:schemeClr val="dk1"/>
              </a:solidFill>
            </a:endParaRPr>
          </a:p>
          <a:p>
            <a:pPr indent="0" lvl="0" marL="0" rtl="0" algn="r">
              <a:spcBef>
                <a:spcPts val="0"/>
              </a:spcBef>
              <a:spcAft>
                <a:spcPts val="0"/>
              </a:spcAft>
              <a:buNone/>
            </a:pPr>
            <a:r>
              <a:rPr lang="fr" sz="2400">
                <a:solidFill>
                  <a:schemeClr val="dk1"/>
                </a:solidFill>
              </a:rPr>
              <a:t>16172 séquences selon les jeux</a:t>
            </a:r>
            <a:endParaRPr sz="2400">
              <a:solidFill>
                <a:schemeClr val="dk1"/>
              </a:solidFill>
            </a:endParaRPr>
          </a:p>
        </p:txBody>
      </p:sp>
      <p:sp>
        <p:nvSpPr>
          <p:cNvPr id="96" name="Google Shape;96;p13"/>
          <p:cNvSpPr txBox="1"/>
          <p:nvPr/>
        </p:nvSpPr>
        <p:spPr>
          <a:xfrm>
            <a:off x="574192" y="23074507"/>
            <a:ext cx="2617200" cy="42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fr" sz="2400">
                <a:solidFill>
                  <a:schemeClr val="dk2"/>
                </a:solidFill>
              </a:rPr>
              <a:t>Urinary_1-20</a:t>
            </a:r>
            <a:endParaRPr sz="2400">
              <a:solidFill>
                <a:schemeClr val="dk2"/>
              </a:solidFill>
            </a:endParaRPr>
          </a:p>
        </p:txBody>
      </p:sp>
      <p:sp>
        <p:nvSpPr>
          <p:cNvPr id="97" name="Google Shape;97;p13"/>
          <p:cNvSpPr txBox="1"/>
          <p:nvPr>
            <p:ph idx="1" type="subTitle"/>
          </p:nvPr>
        </p:nvSpPr>
        <p:spPr>
          <a:xfrm>
            <a:off x="287899" y="26458641"/>
            <a:ext cx="27613800" cy="1191600"/>
          </a:xfrm>
          <a:prstGeom prst="rect">
            <a:avLst/>
          </a:prstGeom>
        </p:spPr>
        <p:txBody>
          <a:bodyPr anchorCtr="0" anchor="t" bIns="454275" lIns="454275" spcFirstLastPara="1" rIns="454275" wrap="square" tIns="454275">
            <a:noAutofit/>
          </a:bodyPr>
          <a:lstStyle/>
          <a:p>
            <a:pPr indent="0" lvl="0" marL="457200" rtl="0" algn="l">
              <a:spcBef>
                <a:spcPts val="0"/>
              </a:spcBef>
              <a:spcAft>
                <a:spcPts val="0"/>
              </a:spcAft>
              <a:buNone/>
            </a:pPr>
            <a:r>
              <a:rPr b="1" i="1" lang="fr" sz="3248">
                <a:solidFill>
                  <a:schemeClr val="dk1"/>
                </a:solidFill>
              </a:rPr>
              <a:t>Fig1: F1-score moyen par modèle (couleur), région d’entraînement (symbole), jeu de référence/entraîenement et niveau taxonomique. </a:t>
            </a:r>
            <a:endParaRPr i="1" sz="3548">
              <a:solidFill>
                <a:schemeClr val="dk1"/>
              </a:solidFill>
            </a:endParaRPr>
          </a:p>
          <a:p>
            <a:pPr indent="0" lvl="0" marL="457200" rtl="0" algn="l">
              <a:spcBef>
                <a:spcPts val="0"/>
              </a:spcBef>
              <a:spcAft>
                <a:spcPts val="0"/>
              </a:spcAft>
              <a:buNone/>
            </a:pPr>
            <a:r>
              <a:t/>
            </a:r>
            <a:endParaRPr sz="4048">
              <a:solidFill>
                <a:schemeClr val="dk1"/>
              </a:solidFill>
            </a:endParaRPr>
          </a:p>
          <a:p>
            <a:pPr indent="0" lvl="0" marL="0" rtl="0" algn="l">
              <a:spcBef>
                <a:spcPts val="0"/>
              </a:spcBef>
              <a:spcAft>
                <a:spcPts val="0"/>
              </a:spcAft>
              <a:buNone/>
            </a:pPr>
            <a:r>
              <a:t/>
            </a:r>
            <a:endParaRPr b="1" sz="3953"/>
          </a:p>
        </p:txBody>
      </p:sp>
      <p:pic>
        <p:nvPicPr>
          <p:cNvPr id="98" name="Google Shape;98;p13" title="scatter_genus_and_species.png"/>
          <p:cNvPicPr preferRelativeResize="0"/>
          <p:nvPr/>
        </p:nvPicPr>
        <p:blipFill rotWithShape="1">
          <a:blip r:embed="rId5">
            <a:alphaModFix/>
          </a:blip>
          <a:srcRect b="0" l="8675" r="0" t="61324"/>
          <a:stretch/>
        </p:blipFill>
        <p:spPr>
          <a:xfrm>
            <a:off x="2933700" y="24754482"/>
            <a:ext cx="26793149" cy="2119525"/>
          </a:xfrm>
          <a:prstGeom prst="rect">
            <a:avLst/>
          </a:prstGeom>
          <a:noFill/>
          <a:ln>
            <a:noFill/>
          </a:ln>
        </p:spPr>
      </p:pic>
      <p:sp>
        <p:nvSpPr>
          <p:cNvPr id="99" name="Google Shape;99;p13"/>
          <p:cNvSpPr txBox="1"/>
          <p:nvPr/>
        </p:nvSpPr>
        <p:spPr>
          <a:xfrm rot="5400000">
            <a:off x="28636609" y="23564570"/>
            <a:ext cx="1375200" cy="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2400">
                <a:solidFill>
                  <a:schemeClr val="dk2"/>
                </a:solidFill>
              </a:rPr>
              <a:t>GENUS</a:t>
            </a:r>
            <a:endParaRPr b="1" sz="2400">
              <a:solidFill>
                <a:schemeClr val="dk2"/>
              </a:solidFill>
            </a:endParaRPr>
          </a:p>
        </p:txBody>
      </p:sp>
      <p:sp>
        <p:nvSpPr>
          <p:cNvPr id="100" name="Google Shape;100;p13"/>
          <p:cNvSpPr txBox="1"/>
          <p:nvPr/>
        </p:nvSpPr>
        <p:spPr>
          <a:xfrm rot="5400000">
            <a:off x="28485394" y="25323594"/>
            <a:ext cx="1677600" cy="61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2400">
                <a:solidFill>
                  <a:schemeClr val="dk2"/>
                </a:solidFill>
              </a:rPr>
              <a:t>SPECIES</a:t>
            </a:r>
            <a:endParaRPr b="1" sz="2400">
              <a:solidFill>
                <a:schemeClr val="dk2"/>
              </a:solidFill>
            </a:endParaRPr>
          </a:p>
        </p:txBody>
      </p:sp>
      <p:sp>
        <p:nvSpPr>
          <p:cNvPr id="101" name="Google Shape;101;p13"/>
          <p:cNvSpPr txBox="1"/>
          <p:nvPr/>
        </p:nvSpPr>
        <p:spPr>
          <a:xfrm>
            <a:off x="601148" y="24819149"/>
            <a:ext cx="2617200" cy="42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fr" sz="2400">
                <a:solidFill>
                  <a:schemeClr val="dk2"/>
                </a:solidFill>
              </a:rPr>
              <a:t>U</a:t>
            </a:r>
            <a:r>
              <a:rPr lang="fr" sz="2400">
                <a:solidFill>
                  <a:schemeClr val="dk2"/>
                </a:solidFill>
              </a:rPr>
              <a:t>rinary_1-20</a:t>
            </a:r>
            <a:endParaRPr sz="2400">
              <a:solidFill>
                <a:schemeClr val="dk2"/>
              </a:solidFill>
            </a:endParaRPr>
          </a:p>
        </p:txBody>
      </p:sp>
      <p:sp>
        <p:nvSpPr>
          <p:cNvPr id="102" name="Google Shape;102;p13"/>
          <p:cNvSpPr txBox="1"/>
          <p:nvPr/>
        </p:nvSpPr>
        <p:spPr>
          <a:xfrm>
            <a:off x="569798" y="23620987"/>
            <a:ext cx="2617200" cy="42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fr" sz="2400">
                <a:solidFill>
                  <a:schemeClr val="dk2"/>
                </a:solidFill>
              </a:rPr>
              <a:t>U</a:t>
            </a:r>
            <a:r>
              <a:rPr lang="fr" sz="2400">
                <a:solidFill>
                  <a:schemeClr val="dk2"/>
                </a:solidFill>
              </a:rPr>
              <a:t>rinary_2-10</a:t>
            </a:r>
            <a:endParaRPr sz="2400">
              <a:solidFill>
                <a:schemeClr val="dk2"/>
              </a:solidFill>
            </a:endParaRPr>
          </a:p>
        </p:txBody>
      </p:sp>
      <p:sp>
        <p:nvSpPr>
          <p:cNvPr id="103" name="Google Shape;103;p13"/>
          <p:cNvSpPr txBox="1"/>
          <p:nvPr/>
        </p:nvSpPr>
        <p:spPr>
          <a:xfrm>
            <a:off x="594100" y="25394062"/>
            <a:ext cx="2617200" cy="42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fr" sz="2400">
                <a:solidFill>
                  <a:schemeClr val="dk2"/>
                </a:solidFill>
              </a:rPr>
              <a:t>U</a:t>
            </a:r>
            <a:r>
              <a:rPr lang="fr" sz="2400">
                <a:solidFill>
                  <a:schemeClr val="dk2"/>
                </a:solidFill>
              </a:rPr>
              <a:t>rinary_2-10</a:t>
            </a:r>
            <a:endParaRPr sz="2400">
              <a:solidFill>
                <a:schemeClr val="dk2"/>
              </a:solidFill>
            </a:endParaRPr>
          </a:p>
        </p:txBody>
      </p:sp>
      <p:sp>
        <p:nvSpPr>
          <p:cNvPr id="104" name="Google Shape;104;p13"/>
          <p:cNvSpPr txBox="1"/>
          <p:nvPr/>
        </p:nvSpPr>
        <p:spPr>
          <a:xfrm>
            <a:off x="578860" y="24199881"/>
            <a:ext cx="2617200" cy="42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fr" sz="2400">
                <a:solidFill>
                  <a:schemeClr val="dk2"/>
                </a:solidFill>
              </a:rPr>
              <a:t>Refseq</a:t>
            </a:r>
            <a:endParaRPr sz="2400">
              <a:solidFill>
                <a:schemeClr val="dk2"/>
              </a:solidFill>
            </a:endParaRPr>
          </a:p>
        </p:txBody>
      </p:sp>
      <p:sp>
        <p:nvSpPr>
          <p:cNvPr id="105" name="Google Shape;105;p13"/>
          <p:cNvSpPr txBox="1"/>
          <p:nvPr/>
        </p:nvSpPr>
        <p:spPr>
          <a:xfrm>
            <a:off x="595541" y="25930307"/>
            <a:ext cx="2617200" cy="42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fr" sz="2400">
                <a:solidFill>
                  <a:schemeClr val="dk2"/>
                </a:solidFill>
              </a:rPr>
              <a:t>R</a:t>
            </a:r>
            <a:r>
              <a:rPr lang="fr" sz="2400">
                <a:solidFill>
                  <a:schemeClr val="dk2"/>
                </a:solidFill>
              </a:rPr>
              <a:t>efseq</a:t>
            </a:r>
            <a:endParaRPr sz="2400">
              <a:solidFill>
                <a:schemeClr val="dk2"/>
              </a:solidFill>
            </a:endParaRPr>
          </a:p>
        </p:txBody>
      </p:sp>
      <p:sp>
        <p:nvSpPr>
          <p:cNvPr id="106" name="Google Shape;106;p13"/>
          <p:cNvSpPr txBox="1"/>
          <p:nvPr>
            <p:ph idx="1" type="subTitle"/>
          </p:nvPr>
        </p:nvSpPr>
        <p:spPr>
          <a:xfrm>
            <a:off x="1032136" y="2828434"/>
            <a:ext cx="28211700" cy="2382000"/>
          </a:xfrm>
          <a:prstGeom prst="rect">
            <a:avLst/>
          </a:prstGeom>
        </p:spPr>
        <p:txBody>
          <a:bodyPr anchorCtr="0" anchor="t" bIns="454275" lIns="454275" spcFirstLastPara="1" rIns="454275" wrap="square" tIns="454275">
            <a:noAutofit/>
          </a:bodyPr>
          <a:lstStyle/>
          <a:p>
            <a:pPr indent="0" lvl="0" marL="0" rtl="0" algn="ctr">
              <a:lnSpc>
                <a:spcPct val="150000"/>
              </a:lnSpc>
              <a:spcBef>
                <a:spcPts val="600"/>
              </a:spcBef>
              <a:spcAft>
                <a:spcPts val="0"/>
              </a:spcAft>
              <a:buClr>
                <a:schemeClr val="dk1"/>
              </a:buClr>
              <a:buSzPts val="1100"/>
              <a:buFont typeface="Arial"/>
              <a:buNone/>
            </a:pPr>
            <a:r>
              <a:rPr lang="fr" sz="3300">
                <a:solidFill>
                  <a:schemeClr val="dk1"/>
                </a:solidFill>
              </a:rPr>
              <a:t>Marthe Leoz</a:t>
            </a:r>
            <a:r>
              <a:rPr baseline="30000" lang="fr" sz="3300">
                <a:solidFill>
                  <a:schemeClr val="dk1"/>
                </a:solidFill>
              </a:rPr>
              <a:t>1,2</a:t>
            </a:r>
            <a:r>
              <a:rPr lang="fr" sz="3300">
                <a:solidFill>
                  <a:schemeClr val="dk1"/>
                </a:solidFill>
              </a:rPr>
              <a:t>, Johan Brière</a:t>
            </a:r>
            <a:r>
              <a:rPr baseline="30000" lang="fr" sz="3300">
                <a:solidFill>
                  <a:schemeClr val="dk1"/>
                </a:solidFill>
              </a:rPr>
              <a:t>1,2</a:t>
            </a:r>
            <a:r>
              <a:rPr lang="fr" sz="3300">
                <a:solidFill>
                  <a:schemeClr val="dk1"/>
                </a:solidFill>
              </a:rPr>
              <a:t>, Marie Leoz</a:t>
            </a:r>
            <a:r>
              <a:rPr baseline="30000" lang="fr" sz="3300">
                <a:solidFill>
                  <a:schemeClr val="dk1"/>
                </a:solidFill>
              </a:rPr>
              <a:t>1</a:t>
            </a:r>
            <a:r>
              <a:rPr lang="fr" sz="3300">
                <a:solidFill>
                  <a:schemeClr val="dk1"/>
                </a:solidFill>
              </a:rPr>
              <a:t>, Camille Villenave</a:t>
            </a:r>
            <a:r>
              <a:rPr baseline="30000" lang="fr" sz="3300">
                <a:solidFill>
                  <a:schemeClr val="dk1"/>
                </a:solidFill>
              </a:rPr>
              <a:t>1</a:t>
            </a:r>
            <a:r>
              <a:rPr lang="fr" sz="3300">
                <a:solidFill>
                  <a:schemeClr val="dk1"/>
                </a:solidFill>
              </a:rPr>
              <a:t>, Martine Pestel-Caron</a:t>
            </a:r>
            <a:r>
              <a:rPr baseline="30000" lang="fr" sz="3300">
                <a:solidFill>
                  <a:schemeClr val="dk1"/>
                </a:solidFill>
              </a:rPr>
              <a:t>3</a:t>
            </a:r>
            <a:r>
              <a:rPr lang="fr" sz="3300">
                <a:solidFill>
                  <a:schemeClr val="dk1"/>
                </a:solidFill>
              </a:rPr>
              <a:t>, and Sandrine Dahyot</a:t>
            </a:r>
            <a:r>
              <a:rPr baseline="30000" lang="fr" sz="3300">
                <a:solidFill>
                  <a:schemeClr val="dk1"/>
                </a:solidFill>
              </a:rPr>
              <a:t>3</a:t>
            </a:r>
            <a:endParaRPr baseline="30000" sz="3300">
              <a:solidFill>
                <a:schemeClr val="dk1"/>
              </a:solidFill>
            </a:endParaRPr>
          </a:p>
          <a:p>
            <a:pPr indent="0" lvl="0" marL="0" rtl="0" algn="ctr">
              <a:lnSpc>
                <a:spcPct val="115000"/>
              </a:lnSpc>
              <a:spcBef>
                <a:spcPts val="600"/>
              </a:spcBef>
              <a:spcAft>
                <a:spcPts val="0"/>
              </a:spcAft>
              <a:buNone/>
            </a:pPr>
            <a:r>
              <a:rPr baseline="30000" lang="fr" sz="1700">
                <a:solidFill>
                  <a:schemeClr val="dk1"/>
                </a:solidFill>
              </a:rPr>
              <a:t>1</a:t>
            </a:r>
            <a:r>
              <a:rPr lang="fr" sz="1700">
                <a:solidFill>
                  <a:schemeClr val="dk1"/>
                </a:solidFill>
              </a:rPr>
              <a:t>Univ Rouen Normandie, Université de Caen Normandie, INSERM, Normandie Univ, DYNAMICURE UMR 1311, F-76000 Rouen, France; </a:t>
            </a:r>
            <a:r>
              <a:rPr baseline="30000" lang="fr" sz="1700">
                <a:solidFill>
                  <a:schemeClr val="dk1"/>
                </a:solidFill>
              </a:rPr>
              <a:t>2</a:t>
            </a:r>
            <a:r>
              <a:rPr lang="fr" sz="1700">
                <a:solidFill>
                  <a:schemeClr val="dk1"/>
                </a:solidFill>
              </a:rPr>
              <a:t>DataScientest, 92800 Puteaux, France; </a:t>
            </a:r>
            <a:endParaRPr sz="1700">
              <a:solidFill>
                <a:schemeClr val="dk1"/>
              </a:solidFill>
            </a:endParaRPr>
          </a:p>
          <a:p>
            <a:pPr indent="0" lvl="0" marL="0" rtl="0" algn="ctr">
              <a:lnSpc>
                <a:spcPct val="115000"/>
              </a:lnSpc>
              <a:spcBef>
                <a:spcPts val="600"/>
              </a:spcBef>
              <a:spcAft>
                <a:spcPts val="0"/>
              </a:spcAft>
              <a:buClr>
                <a:schemeClr val="dk1"/>
              </a:buClr>
              <a:buSzPts val="1100"/>
              <a:buFont typeface="Arial"/>
              <a:buNone/>
            </a:pPr>
            <a:r>
              <a:rPr lang="fr" sz="1700">
                <a:solidFill>
                  <a:schemeClr val="dk1"/>
                </a:solidFill>
              </a:rPr>
              <a:t> </a:t>
            </a:r>
            <a:r>
              <a:rPr baseline="30000" lang="fr" sz="1700">
                <a:solidFill>
                  <a:schemeClr val="dk1"/>
                </a:solidFill>
              </a:rPr>
              <a:t>3</a:t>
            </a:r>
            <a:r>
              <a:rPr lang="fr" sz="1700">
                <a:solidFill>
                  <a:schemeClr val="dk1"/>
                </a:solidFill>
              </a:rPr>
              <a:t>Univ </a:t>
            </a:r>
            <a:r>
              <a:rPr lang="fr" sz="1700">
                <a:solidFill>
                  <a:schemeClr val="dk1"/>
                </a:solidFill>
              </a:rPr>
              <a:t>Rouen Normandie, Université de Caen Normandie, INSERM, Normandie Univ, DYNAMICURE UMR 1311, CHU Rouen, Department of Bacteriology, F-76000 Rouen, France</a:t>
            </a:r>
            <a:endParaRPr sz="1700">
              <a:solidFill>
                <a:schemeClr val="dk1"/>
              </a:solidFill>
            </a:endParaRPr>
          </a:p>
          <a:p>
            <a:pPr indent="0" lvl="0" marL="0" rtl="0" algn="ctr">
              <a:lnSpc>
                <a:spcPct val="115000"/>
              </a:lnSpc>
              <a:spcBef>
                <a:spcPts val="600"/>
              </a:spcBef>
              <a:spcAft>
                <a:spcPts val="0"/>
              </a:spcAft>
              <a:buClr>
                <a:schemeClr val="dk1"/>
              </a:buClr>
              <a:buSzPts val="1100"/>
              <a:buFont typeface="Arial"/>
              <a:buNone/>
            </a:pPr>
            <a:r>
              <a:rPr lang="fr" sz="1700">
                <a:solidFill>
                  <a:schemeClr val="dk1"/>
                </a:solidFill>
              </a:rPr>
              <a:t>Corresponding Author: marthe.leoz@gmail.com</a:t>
            </a:r>
            <a:endParaRPr sz="1700">
              <a:solidFill>
                <a:schemeClr val="dk1"/>
              </a:solidFill>
            </a:endParaRPr>
          </a:p>
          <a:p>
            <a:pPr indent="0" lvl="0" marL="0" rtl="0" algn="just">
              <a:spcBef>
                <a:spcPts val="0"/>
              </a:spcBef>
              <a:spcAft>
                <a:spcPts val="0"/>
              </a:spcAft>
              <a:buNone/>
            </a:pPr>
            <a:r>
              <a:t/>
            </a:r>
            <a:endParaRPr sz="2400">
              <a:solidFill>
                <a:schemeClr val="dk1"/>
              </a:solidFill>
            </a:endParaRPr>
          </a:p>
        </p:txBody>
      </p:sp>
      <p:pic>
        <p:nvPicPr>
          <p:cNvPr id="107" name="Google Shape;107;p13" title="Logo DYNAMICURE UMR13111.jpg"/>
          <p:cNvPicPr preferRelativeResize="0"/>
          <p:nvPr/>
        </p:nvPicPr>
        <p:blipFill>
          <a:blip r:embed="rId12">
            <a:alphaModFix/>
          </a:blip>
          <a:stretch>
            <a:fillRect/>
          </a:stretch>
        </p:blipFill>
        <p:spPr>
          <a:xfrm>
            <a:off x="26373204" y="1709858"/>
            <a:ext cx="3413700" cy="3112903"/>
          </a:xfrm>
          <a:prstGeom prst="rect">
            <a:avLst/>
          </a:prstGeom>
          <a:noFill/>
          <a:ln>
            <a:noFill/>
          </a:ln>
        </p:spPr>
      </p:pic>
      <p:pic>
        <p:nvPicPr>
          <p:cNvPr id="108" name="Google Shape;108;p13" title="logo université rouen normandie.png"/>
          <p:cNvPicPr preferRelativeResize="0"/>
          <p:nvPr/>
        </p:nvPicPr>
        <p:blipFill>
          <a:blip r:embed="rId13">
            <a:alphaModFix/>
          </a:blip>
          <a:stretch>
            <a:fillRect/>
          </a:stretch>
        </p:blipFill>
        <p:spPr>
          <a:xfrm>
            <a:off x="316610" y="632825"/>
            <a:ext cx="4332801" cy="1556700"/>
          </a:xfrm>
          <a:prstGeom prst="rect">
            <a:avLst/>
          </a:prstGeom>
          <a:noFill/>
          <a:ln>
            <a:noFill/>
          </a:ln>
        </p:spPr>
      </p:pic>
      <p:sp>
        <p:nvSpPr>
          <p:cNvPr id="109" name="Google Shape;109;p13"/>
          <p:cNvSpPr txBox="1"/>
          <p:nvPr>
            <p:ph idx="1" type="subTitle"/>
          </p:nvPr>
        </p:nvSpPr>
        <p:spPr>
          <a:xfrm>
            <a:off x="867033" y="11781925"/>
            <a:ext cx="7728600" cy="2382000"/>
          </a:xfrm>
          <a:prstGeom prst="rect">
            <a:avLst/>
          </a:prstGeom>
        </p:spPr>
        <p:txBody>
          <a:bodyPr anchorCtr="0" anchor="t" bIns="454275" lIns="454275" spcFirstLastPara="1" rIns="454275" wrap="square" tIns="454275">
            <a:noAutofit/>
          </a:bodyPr>
          <a:lstStyle/>
          <a:p>
            <a:pPr indent="0" lvl="0" marL="0" rtl="0" algn="just">
              <a:spcBef>
                <a:spcPts val="0"/>
              </a:spcBef>
              <a:spcAft>
                <a:spcPts val="0"/>
              </a:spcAft>
              <a:buNone/>
            </a:pPr>
            <a:r>
              <a:rPr lang="fr" sz="2400">
                <a:solidFill>
                  <a:schemeClr val="dk1"/>
                </a:solidFill>
              </a:rPr>
              <a:t>Baddoo et al., Front Urol, 2024 </a:t>
            </a:r>
            <a:endParaRPr sz="2400">
              <a:solidFill>
                <a:schemeClr val="dk1"/>
              </a:solidFill>
            </a:endParaRPr>
          </a:p>
          <a:p>
            <a:pPr indent="0" lvl="0" marL="0" rtl="0" algn="just">
              <a:spcBef>
                <a:spcPts val="0"/>
              </a:spcBef>
              <a:spcAft>
                <a:spcPts val="0"/>
              </a:spcAft>
              <a:buNone/>
            </a:pPr>
            <a:r>
              <a:rPr lang="fr" sz="2400">
                <a:solidFill>
                  <a:schemeClr val="dk1"/>
                </a:solidFill>
              </a:rPr>
              <a:t>Ugarcina et al., Microbiol Spectr, 2022</a:t>
            </a:r>
            <a:endParaRPr sz="2400">
              <a:solidFill>
                <a:schemeClr val="dk1"/>
              </a:solidFill>
            </a:endParaRPr>
          </a:p>
          <a:p>
            <a:pPr indent="0" lvl="0" marL="0" rtl="0" algn="just">
              <a:spcBef>
                <a:spcPts val="0"/>
              </a:spcBef>
              <a:spcAft>
                <a:spcPts val="0"/>
              </a:spcAft>
              <a:buNone/>
            </a:pPr>
            <a:r>
              <a:rPr lang="fr" sz="2400">
                <a:solidFill>
                  <a:schemeClr val="dk1"/>
                </a:solidFill>
              </a:rPr>
              <a:t>Dubourg et al., Front. Microbiol, 2020</a:t>
            </a:r>
            <a:endParaRPr sz="2400">
              <a:solidFill>
                <a:schemeClr val="dk1"/>
              </a:solidFill>
            </a:endParaRPr>
          </a:p>
          <a:p>
            <a:pPr indent="0" lvl="0" marL="0" rtl="0" algn="just">
              <a:spcBef>
                <a:spcPts val="0"/>
              </a:spcBef>
              <a:spcAft>
                <a:spcPts val="0"/>
              </a:spcAft>
              <a:buNone/>
            </a:pPr>
            <a:r>
              <a:rPr lang="fr" sz="2400">
                <a:solidFill>
                  <a:schemeClr val="dk1"/>
                </a:solidFill>
              </a:rPr>
              <a:t>Morand et al., J Clin Microbiol, 2019</a:t>
            </a:r>
            <a:endParaRPr sz="2400">
              <a:solidFill>
                <a:schemeClr val="dk1"/>
              </a:solidFill>
            </a:endParaRPr>
          </a:p>
        </p:txBody>
      </p:sp>
      <p:sp>
        <p:nvSpPr>
          <p:cNvPr id="110" name="Google Shape;110;p13"/>
          <p:cNvSpPr/>
          <p:nvPr/>
        </p:nvSpPr>
        <p:spPr>
          <a:xfrm flipH="1" rot="10800000">
            <a:off x="9158550" y="11721425"/>
            <a:ext cx="615600" cy="1844100"/>
          </a:xfrm>
          <a:prstGeom prst="curvedRightArrow">
            <a:avLst>
              <a:gd fmla="val 25000" name="adj1"/>
              <a:gd fmla="val 50000" name="adj2"/>
              <a:gd fmla="val 25000"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11" name="Google Shape;111;p13"/>
          <p:cNvSpPr/>
          <p:nvPr/>
        </p:nvSpPr>
        <p:spPr>
          <a:xfrm flipH="1">
            <a:off x="29278508" y="11720468"/>
            <a:ext cx="615600" cy="1844100"/>
          </a:xfrm>
          <a:prstGeom prst="curvedRightArrow">
            <a:avLst>
              <a:gd fmla="val 25000" name="adj1"/>
              <a:gd fmla="val 50000" name="adj2"/>
              <a:gd fmla="val 25000"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grpSp>
        <p:nvGrpSpPr>
          <p:cNvPr id="112" name="Google Shape;112;p13"/>
          <p:cNvGrpSpPr/>
          <p:nvPr/>
        </p:nvGrpSpPr>
        <p:grpSpPr>
          <a:xfrm>
            <a:off x="24319303" y="16894184"/>
            <a:ext cx="3994200" cy="3316468"/>
            <a:chOff x="23835277" y="14580393"/>
            <a:chExt cx="3994200" cy="3316468"/>
          </a:xfrm>
        </p:grpSpPr>
        <p:pic>
          <p:nvPicPr>
            <p:cNvPr id="113" name="Google Shape;113;p13"/>
            <p:cNvPicPr preferRelativeResize="0"/>
            <p:nvPr/>
          </p:nvPicPr>
          <p:blipFill rotWithShape="1">
            <a:blip r:embed="rId14">
              <a:alphaModFix/>
            </a:blip>
            <a:srcRect b="5917" l="39500" r="0" t="0"/>
            <a:stretch/>
          </p:blipFill>
          <p:spPr>
            <a:xfrm>
              <a:off x="23835277" y="16521660"/>
              <a:ext cx="3994200" cy="1375200"/>
            </a:xfrm>
            <a:prstGeom prst="rect">
              <a:avLst/>
            </a:prstGeom>
            <a:noFill/>
            <a:ln>
              <a:noFill/>
            </a:ln>
          </p:spPr>
        </p:pic>
        <p:pic>
          <p:nvPicPr>
            <p:cNvPr id="114" name="Google Shape;114;p13"/>
            <p:cNvPicPr preferRelativeResize="0"/>
            <p:nvPr/>
          </p:nvPicPr>
          <p:blipFill rotWithShape="1">
            <a:blip r:embed="rId14">
              <a:alphaModFix/>
            </a:blip>
            <a:srcRect b="11886" l="0" r="69823" t="0"/>
            <a:stretch/>
          </p:blipFill>
          <p:spPr>
            <a:xfrm>
              <a:off x="24547474" y="14580393"/>
              <a:ext cx="2569799" cy="1661197"/>
            </a:xfrm>
            <a:prstGeom prst="rect">
              <a:avLst/>
            </a:prstGeom>
            <a:noFill/>
            <a:ln>
              <a:noFill/>
            </a:ln>
          </p:spPr>
        </p:pic>
        <p:sp>
          <p:nvSpPr>
            <p:cNvPr id="115" name="Google Shape;115;p13"/>
            <p:cNvSpPr txBox="1"/>
            <p:nvPr/>
          </p:nvSpPr>
          <p:spPr>
            <a:xfrm>
              <a:off x="25309275" y="15900925"/>
              <a:ext cx="1088700" cy="54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3000">
                  <a:solidFill>
                    <a:schemeClr val="dk2"/>
                  </a:solidFill>
                </a:rPr>
                <a:t>=</a:t>
              </a:r>
              <a:endParaRPr b="1" sz="3000">
                <a:solidFill>
                  <a:schemeClr val="dk2"/>
                </a:solidFill>
              </a:endParaRPr>
            </a:p>
          </p:txBody>
        </p:sp>
      </p:grpSp>
      <p:sp>
        <p:nvSpPr>
          <p:cNvPr id="116" name="Google Shape;116;p13"/>
          <p:cNvSpPr txBox="1"/>
          <p:nvPr>
            <p:ph idx="1" type="subTitle"/>
          </p:nvPr>
        </p:nvSpPr>
        <p:spPr>
          <a:xfrm>
            <a:off x="23669978" y="16240393"/>
            <a:ext cx="6032400" cy="1526100"/>
          </a:xfrm>
          <a:prstGeom prst="rect">
            <a:avLst/>
          </a:prstGeom>
        </p:spPr>
        <p:txBody>
          <a:bodyPr anchorCtr="0" anchor="t" bIns="454275" lIns="454275" spcFirstLastPara="1" rIns="454275" wrap="square" tIns="454275">
            <a:spAutoFit/>
          </a:bodyPr>
          <a:lstStyle/>
          <a:p>
            <a:pPr indent="0" lvl="0" marL="0" rtl="0" algn="l">
              <a:spcBef>
                <a:spcPts val="0"/>
              </a:spcBef>
              <a:spcAft>
                <a:spcPts val="0"/>
              </a:spcAft>
              <a:buNone/>
            </a:pPr>
            <a:r>
              <a:rPr b="1" lang="fr" sz="3953">
                <a:solidFill>
                  <a:srgbClr val="54AB2E"/>
                </a:solidFill>
              </a:rPr>
              <a:t>Naive Bayes (NB)</a:t>
            </a:r>
            <a:endParaRPr b="1" sz="3953">
              <a:solidFill>
                <a:srgbClr val="54AB2E"/>
              </a:solidFill>
            </a:endParaRPr>
          </a:p>
        </p:txBody>
      </p:sp>
      <p:sp>
        <p:nvSpPr>
          <p:cNvPr id="117" name="Google Shape;117;p13"/>
          <p:cNvSpPr/>
          <p:nvPr/>
        </p:nvSpPr>
        <p:spPr>
          <a:xfrm>
            <a:off x="1208650" y="15619466"/>
            <a:ext cx="9677700" cy="894600"/>
          </a:xfrm>
          <a:prstGeom prst="rect">
            <a:avLst/>
          </a:prstGeom>
          <a:solidFill>
            <a:schemeClr val="lt2"/>
          </a:solidFill>
          <a:ln cap="flat" cmpd="sng" w="26900">
            <a:solidFill>
              <a:schemeClr val="dk2"/>
            </a:solidFill>
            <a:prstDash val="solid"/>
            <a:round/>
            <a:headEnd len="sm" w="sm" type="none"/>
            <a:tailEnd len="sm" w="sm" type="none"/>
          </a:ln>
        </p:spPr>
        <p:txBody>
          <a:bodyPr anchorCtr="0" anchor="ctr" bIns="258200" lIns="258200" spcFirstLastPara="1" rIns="258200" wrap="square" tIns="258200">
            <a:noAutofit/>
          </a:bodyPr>
          <a:lstStyle/>
          <a:p>
            <a:pPr indent="0" lvl="0" marL="0" rtl="0" algn="ctr">
              <a:spcBef>
                <a:spcPts val="0"/>
              </a:spcBef>
              <a:spcAft>
                <a:spcPts val="0"/>
              </a:spcAft>
              <a:buNone/>
            </a:pPr>
            <a:r>
              <a:rPr i="1" lang="fr" sz="3953"/>
              <a:t>Alignment-based</a:t>
            </a:r>
            <a:r>
              <a:rPr i="1" lang="fr" sz="3953"/>
              <a:t> models</a:t>
            </a:r>
            <a:endParaRPr i="1" sz="3953"/>
          </a:p>
        </p:txBody>
      </p:sp>
      <p:sp>
        <p:nvSpPr>
          <p:cNvPr id="118" name="Google Shape;118;p13"/>
          <p:cNvSpPr txBox="1"/>
          <p:nvPr>
            <p:ph idx="1" type="subTitle"/>
          </p:nvPr>
        </p:nvSpPr>
        <p:spPr>
          <a:xfrm>
            <a:off x="6750318" y="16217559"/>
            <a:ext cx="2956500" cy="1526100"/>
          </a:xfrm>
          <a:prstGeom prst="rect">
            <a:avLst/>
          </a:prstGeom>
        </p:spPr>
        <p:txBody>
          <a:bodyPr anchorCtr="0" anchor="t" bIns="454275" lIns="454275" spcFirstLastPara="1" rIns="454275" wrap="square" tIns="454275">
            <a:spAutoFit/>
          </a:bodyPr>
          <a:lstStyle/>
          <a:p>
            <a:pPr indent="0" lvl="0" marL="0" rtl="0" algn="ctr">
              <a:spcBef>
                <a:spcPts val="0"/>
              </a:spcBef>
              <a:spcAft>
                <a:spcPts val="0"/>
              </a:spcAft>
              <a:buNone/>
            </a:pPr>
            <a:r>
              <a:rPr b="1" lang="fr" sz="3953">
                <a:solidFill>
                  <a:srgbClr val="9900FF"/>
                </a:solidFill>
              </a:rPr>
              <a:t>Blastn</a:t>
            </a:r>
            <a:endParaRPr b="1" sz="3953">
              <a:solidFill>
                <a:srgbClr val="9900FF"/>
              </a:solidFill>
            </a:endParaRPr>
          </a:p>
        </p:txBody>
      </p:sp>
      <p:sp>
        <p:nvSpPr>
          <p:cNvPr id="119" name="Google Shape;119;p13"/>
          <p:cNvSpPr txBox="1"/>
          <p:nvPr/>
        </p:nvSpPr>
        <p:spPr>
          <a:xfrm>
            <a:off x="20433600" y="31604329"/>
            <a:ext cx="8839200" cy="68784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3548">
                <a:solidFill>
                  <a:schemeClr val="dk1"/>
                </a:solidFill>
              </a:rPr>
              <a:t>L’assignation taxonomique </a:t>
            </a:r>
            <a:r>
              <a:rPr lang="fr" sz="3548">
                <a:solidFill>
                  <a:schemeClr val="dk1"/>
                </a:solidFill>
              </a:rPr>
              <a:t>des </a:t>
            </a:r>
            <a:r>
              <a:rPr b="1" lang="fr" sz="3548">
                <a:solidFill>
                  <a:schemeClr val="dk1"/>
                </a:solidFill>
              </a:rPr>
              <a:t>espèces d’intérêt </a:t>
            </a:r>
            <a:r>
              <a:rPr lang="fr" sz="3548">
                <a:solidFill>
                  <a:schemeClr val="dk1"/>
                </a:solidFill>
              </a:rPr>
              <a:t>est améliorée par l’utilisation d’un jeu de référence spécifique du milieu urinaire (Fig.2):</a:t>
            </a:r>
            <a:endParaRPr sz="3548">
              <a:solidFill>
                <a:schemeClr val="dk1"/>
              </a:solidFill>
            </a:endParaRPr>
          </a:p>
          <a:p>
            <a:pPr indent="-453932" lvl="0" marL="457200" rtl="0" algn="l">
              <a:spcBef>
                <a:spcPts val="0"/>
              </a:spcBef>
              <a:spcAft>
                <a:spcPts val="0"/>
              </a:spcAft>
              <a:buClr>
                <a:schemeClr val="dk1"/>
              </a:buClr>
              <a:buSzPts val="3549"/>
              <a:buChar char="-"/>
            </a:pPr>
            <a:r>
              <a:rPr b="1" lang="fr" sz="3548">
                <a:solidFill>
                  <a:schemeClr val="dk1"/>
                </a:solidFill>
              </a:rPr>
              <a:t>Uropathogènes:</a:t>
            </a:r>
            <a:r>
              <a:rPr lang="fr" sz="3548">
                <a:solidFill>
                  <a:schemeClr val="dk1"/>
                </a:solidFill>
              </a:rPr>
              <a:t> </a:t>
            </a:r>
            <a:endParaRPr sz="3548">
              <a:solidFill>
                <a:schemeClr val="dk1"/>
              </a:solidFill>
            </a:endParaRPr>
          </a:p>
          <a:p>
            <a:pPr indent="-453932" lvl="0" marL="914400" rtl="0" algn="l">
              <a:spcBef>
                <a:spcPts val="0"/>
              </a:spcBef>
              <a:spcAft>
                <a:spcPts val="0"/>
              </a:spcAft>
              <a:buClr>
                <a:schemeClr val="dk1"/>
              </a:buClr>
              <a:buSzPts val="3549"/>
              <a:buChar char="-"/>
            </a:pPr>
            <a:r>
              <a:rPr lang="fr" sz="3548">
                <a:solidFill>
                  <a:schemeClr val="dk1"/>
                </a:solidFill>
              </a:rPr>
              <a:t>Moins de faux+ et faux- (notamment chez </a:t>
            </a:r>
            <a:r>
              <a:rPr i="1" lang="fr" sz="3548">
                <a:solidFill>
                  <a:schemeClr val="dk1"/>
                </a:solidFill>
              </a:rPr>
              <a:t>E.coli</a:t>
            </a:r>
            <a:r>
              <a:rPr lang="fr" sz="3548">
                <a:solidFill>
                  <a:schemeClr val="dk1"/>
                </a:solidFill>
              </a:rPr>
              <a:t> et </a:t>
            </a:r>
            <a:r>
              <a:rPr i="1" lang="fr" sz="3548">
                <a:solidFill>
                  <a:schemeClr val="dk1"/>
                </a:solidFill>
              </a:rPr>
              <a:t>K.pneumoniae</a:t>
            </a:r>
            <a:r>
              <a:rPr lang="fr" sz="3548">
                <a:solidFill>
                  <a:schemeClr val="dk1"/>
                </a:solidFill>
              </a:rPr>
              <a:t>)</a:t>
            </a:r>
            <a:endParaRPr sz="3548">
              <a:solidFill>
                <a:schemeClr val="dk1"/>
              </a:solidFill>
            </a:endParaRPr>
          </a:p>
          <a:p>
            <a:pPr indent="-453932" lvl="0" marL="914400" rtl="0" algn="l">
              <a:spcBef>
                <a:spcPts val="0"/>
              </a:spcBef>
              <a:spcAft>
                <a:spcPts val="0"/>
              </a:spcAft>
              <a:buClr>
                <a:schemeClr val="dk1"/>
              </a:buClr>
              <a:buSzPts val="3549"/>
              <a:buChar char="-"/>
            </a:pPr>
            <a:r>
              <a:rPr i="1" lang="fr" sz="3548">
                <a:solidFill>
                  <a:schemeClr val="dk1"/>
                </a:solidFill>
              </a:rPr>
              <a:t>E.faecium</a:t>
            </a:r>
            <a:r>
              <a:rPr lang="fr" sz="3548">
                <a:solidFill>
                  <a:schemeClr val="dk1"/>
                </a:solidFill>
              </a:rPr>
              <a:t> à améliorer</a:t>
            </a:r>
            <a:endParaRPr sz="3548">
              <a:solidFill>
                <a:schemeClr val="dk1"/>
              </a:solidFill>
            </a:endParaRPr>
          </a:p>
          <a:p>
            <a:pPr indent="-453932" lvl="0" marL="457200" rtl="0" algn="l">
              <a:spcBef>
                <a:spcPts val="0"/>
              </a:spcBef>
              <a:spcAft>
                <a:spcPts val="0"/>
              </a:spcAft>
              <a:buClr>
                <a:schemeClr val="dk1"/>
              </a:buClr>
              <a:buSzPts val="3549"/>
              <a:buChar char="-"/>
            </a:pPr>
            <a:r>
              <a:rPr b="1" lang="fr" sz="3548">
                <a:solidFill>
                  <a:schemeClr val="dk1"/>
                </a:solidFill>
              </a:rPr>
              <a:t>Lactobacilles:</a:t>
            </a:r>
            <a:endParaRPr b="1" sz="3548">
              <a:solidFill>
                <a:schemeClr val="dk1"/>
              </a:solidFill>
            </a:endParaRPr>
          </a:p>
          <a:p>
            <a:pPr indent="-453932" lvl="1" marL="1371600" rtl="0" algn="l">
              <a:spcBef>
                <a:spcPts val="0"/>
              </a:spcBef>
              <a:spcAft>
                <a:spcPts val="0"/>
              </a:spcAft>
              <a:buClr>
                <a:schemeClr val="dk1"/>
              </a:buClr>
              <a:buSzPts val="3549"/>
              <a:buChar char="-"/>
            </a:pPr>
            <a:r>
              <a:rPr lang="fr" sz="3548">
                <a:solidFill>
                  <a:schemeClr val="dk1"/>
                </a:solidFill>
              </a:rPr>
              <a:t>Plus aucun faux- sur ce jeu test</a:t>
            </a:r>
            <a:endParaRPr sz="3548">
              <a:solidFill>
                <a:schemeClr val="dk1"/>
              </a:solidFill>
            </a:endParaRPr>
          </a:p>
          <a:p>
            <a:pPr indent="0" lvl="0" marL="1371600" rtl="0" algn="l">
              <a:spcBef>
                <a:spcPts val="0"/>
              </a:spcBef>
              <a:spcAft>
                <a:spcPts val="0"/>
              </a:spcAft>
              <a:buNone/>
            </a:pPr>
            <a:r>
              <a:t/>
            </a:r>
            <a:endParaRPr sz="4048">
              <a:solidFill>
                <a:schemeClr val="dk1"/>
              </a:solidFill>
            </a:endParaRPr>
          </a:p>
          <a:p>
            <a:pPr indent="0" lvl="0" marL="0" rtl="0" algn="l">
              <a:spcBef>
                <a:spcPts val="0"/>
              </a:spcBef>
              <a:spcAft>
                <a:spcPts val="0"/>
              </a:spcAft>
              <a:buNone/>
            </a:pPr>
            <a:r>
              <a:t/>
            </a:r>
            <a:endParaRPr b="1" sz="3953">
              <a:solidFill>
                <a:schemeClr val="dk2"/>
              </a:solidFill>
            </a:endParaRPr>
          </a:p>
        </p:txBody>
      </p:sp>
      <p:sp>
        <p:nvSpPr>
          <p:cNvPr id="120" name="Google Shape;120;p13"/>
          <p:cNvSpPr txBox="1"/>
          <p:nvPr/>
        </p:nvSpPr>
        <p:spPr>
          <a:xfrm>
            <a:off x="813075" y="40001075"/>
            <a:ext cx="29100300" cy="1823400"/>
          </a:xfrm>
          <a:prstGeom prst="rect">
            <a:avLst/>
          </a:prstGeom>
          <a:noFill/>
          <a:ln>
            <a:noFill/>
          </a:ln>
        </p:spPr>
        <p:txBody>
          <a:bodyPr anchorCtr="0" anchor="t" bIns="91425" lIns="91425" spcFirstLastPara="1" rIns="91425" wrap="square" tIns="91425">
            <a:spAutoFit/>
          </a:bodyPr>
          <a:lstStyle/>
          <a:p>
            <a:pPr indent="-453932" lvl="0" marL="457200" rtl="0" algn="l">
              <a:spcBef>
                <a:spcPts val="0"/>
              </a:spcBef>
              <a:spcAft>
                <a:spcPts val="0"/>
              </a:spcAft>
              <a:buClr>
                <a:schemeClr val="dk1"/>
              </a:buClr>
              <a:buSzPts val="3549"/>
              <a:buChar char="-"/>
            </a:pPr>
            <a:r>
              <a:rPr lang="fr" sz="3548">
                <a:solidFill>
                  <a:schemeClr val="dk1"/>
                </a:solidFill>
              </a:rPr>
              <a:t>Optimisation des m</a:t>
            </a:r>
            <a:r>
              <a:rPr lang="fr" sz="3548">
                <a:solidFill>
                  <a:schemeClr val="dk1"/>
                </a:solidFill>
              </a:rPr>
              <a:t>odèles ML: classes mieux équilibrées (enrichir les sous-représentées), varier les tailles de k-mers et les jeux de test, le nombre de voisins (knn), l’estimateur alpha (NB), tester le modèle de vectorisation DNA-BERT</a:t>
            </a:r>
            <a:endParaRPr sz="3548">
              <a:solidFill>
                <a:schemeClr val="dk1"/>
              </a:solidFill>
            </a:endParaRPr>
          </a:p>
          <a:p>
            <a:pPr indent="-453932" lvl="0" marL="457200" rtl="0" algn="l">
              <a:spcBef>
                <a:spcPts val="0"/>
              </a:spcBef>
              <a:spcAft>
                <a:spcPts val="0"/>
              </a:spcAft>
              <a:buClr>
                <a:schemeClr val="dk1"/>
              </a:buClr>
              <a:buSzPts val="3549"/>
              <a:buChar char="-"/>
            </a:pPr>
            <a:r>
              <a:rPr lang="fr" sz="3548">
                <a:solidFill>
                  <a:schemeClr val="dk1"/>
                </a:solidFill>
              </a:rPr>
              <a:t>Limite jeu de référence urinaire: pas de possibilité de découverte de nouvelle espèce</a:t>
            </a:r>
            <a:endParaRPr sz="3548">
              <a:solidFill>
                <a:schemeClr val="dk1"/>
              </a:solidFill>
            </a:endParaRPr>
          </a:p>
        </p:txBody>
      </p:sp>
      <p:sp>
        <p:nvSpPr>
          <p:cNvPr id="121" name="Google Shape;121;p13"/>
          <p:cNvSpPr txBox="1"/>
          <p:nvPr>
            <p:ph idx="1" type="subTitle"/>
          </p:nvPr>
        </p:nvSpPr>
        <p:spPr>
          <a:xfrm>
            <a:off x="484749" y="37567629"/>
            <a:ext cx="27613800" cy="1191600"/>
          </a:xfrm>
          <a:prstGeom prst="rect">
            <a:avLst/>
          </a:prstGeom>
        </p:spPr>
        <p:txBody>
          <a:bodyPr anchorCtr="0" anchor="t" bIns="454275" lIns="454275" spcFirstLastPara="1" rIns="454275" wrap="square" tIns="454275">
            <a:noAutofit/>
          </a:bodyPr>
          <a:lstStyle/>
          <a:p>
            <a:pPr indent="0" lvl="0" marL="457200" rtl="0" algn="l">
              <a:spcBef>
                <a:spcPts val="0"/>
              </a:spcBef>
              <a:spcAft>
                <a:spcPts val="0"/>
              </a:spcAft>
              <a:buNone/>
            </a:pPr>
            <a:r>
              <a:rPr b="1" i="1" lang="fr" sz="3248">
                <a:solidFill>
                  <a:schemeClr val="dk1"/>
                </a:solidFill>
              </a:rPr>
              <a:t>Fig2: Apport du jeu de référence spécifique du milieu urinaire pour l’identification d’espèces d’intér</a:t>
            </a:r>
            <a:r>
              <a:rPr b="1" i="1" lang="fr" sz="3248">
                <a:solidFill>
                  <a:schemeClr val="dk1"/>
                </a:solidFill>
              </a:rPr>
              <a:t>êt avec Blastn. </a:t>
            </a:r>
            <a:endParaRPr i="1" sz="3248">
              <a:solidFill>
                <a:schemeClr val="dk1"/>
              </a:solidFill>
            </a:endParaRPr>
          </a:p>
          <a:p>
            <a:pPr indent="0" lvl="0" marL="457200" rtl="0" algn="l">
              <a:spcBef>
                <a:spcPts val="0"/>
              </a:spcBef>
              <a:spcAft>
                <a:spcPts val="0"/>
              </a:spcAft>
              <a:buNone/>
            </a:pPr>
            <a:r>
              <a:t/>
            </a:r>
            <a:endParaRPr b="1" sz="4048">
              <a:solidFill>
                <a:schemeClr val="dk1"/>
              </a:solidFill>
            </a:endParaRPr>
          </a:p>
          <a:p>
            <a:pPr indent="0" lvl="0" marL="0" rtl="0" algn="l">
              <a:spcBef>
                <a:spcPts val="0"/>
              </a:spcBef>
              <a:spcAft>
                <a:spcPts val="0"/>
              </a:spcAft>
              <a:buNone/>
            </a:pPr>
            <a:r>
              <a:t/>
            </a:r>
            <a:endParaRPr sz="4048">
              <a:solidFill>
                <a:schemeClr val="dk1"/>
              </a:solidFill>
            </a:endParaRPr>
          </a:p>
          <a:p>
            <a:pPr indent="0" lvl="0" marL="457200" rtl="0" algn="l">
              <a:spcBef>
                <a:spcPts val="0"/>
              </a:spcBef>
              <a:spcAft>
                <a:spcPts val="0"/>
              </a:spcAft>
              <a:buNone/>
            </a:pPr>
            <a:r>
              <a:t/>
            </a:r>
            <a:endParaRPr sz="4048">
              <a:solidFill>
                <a:schemeClr val="dk1"/>
              </a:solidFill>
            </a:endParaRPr>
          </a:p>
          <a:p>
            <a:pPr indent="0" lvl="0" marL="0" rtl="0" algn="l">
              <a:spcBef>
                <a:spcPts val="0"/>
              </a:spcBef>
              <a:spcAft>
                <a:spcPts val="0"/>
              </a:spcAft>
              <a:buNone/>
            </a:pPr>
            <a:r>
              <a:t/>
            </a:r>
            <a:endParaRPr b="1" sz="3953"/>
          </a:p>
        </p:txBody>
      </p:sp>
      <p:sp>
        <p:nvSpPr>
          <p:cNvPr id="122" name="Google Shape;122;p13"/>
          <p:cNvSpPr txBox="1"/>
          <p:nvPr/>
        </p:nvSpPr>
        <p:spPr>
          <a:xfrm>
            <a:off x="1181100" y="30254650"/>
            <a:ext cx="8839200" cy="540300"/>
          </a:xfrm>
          <a:prstGeom prst="rect">
            <a:avLst/>
          </a:prstGeom>
          <a:noFill/>
          <a:ln>
            <a:noFill/>
          </a:ln>
        </p:spPr>
        <p:txBody>
          <a:bodyPr anchorCtr="0" anchor="t" bIns="91425" lIns="91425" spcFirstLastPara="1" rIns="91425" wrap="square" tIns="91425">
            <a:noAutofit/>
          </a:bodyPr>
          <a:lstStyle/>
          <a:p>
            <a:pPr indent="-381000" lvl="0" marL="457200" rtl="0" algn="ctr">
              <a:spcBef>
                <a:spcPts val="0"/>
              </a:spcBef>
              <a:spcAft>
                <a:spcPts val="0"/>
              </a:spcAft>
              <a:buClr>
                <a:schemeClr val="dk2"/>
              </a:buClr>
              <a:buSzPts val="2400"/>
              <a:buAutoNum type="alphaUcPeriod"/>
            </a:pPr>
            <a:r>
              <a:rPr b="1" lang="fr" sz="2400">
                <a:solidFill>
                  <a:schemeClr val="dk2"/>
                </a:solidFill>
              </a:rPr>
              <a:t>Uropathogènes</a:t>
            </a:r>
            <a:endParaRPr b="1" sz="2400">
              <a:solidFill>
                <a:schemeClr val="dk2"/>
              </a:solidFill>
            </a:endParaRPr>
          </a:p>
        </p:txBody>
      </p:sp>
      <p:sp>
        <p:nvSpPr>
          <p:cNvPr id="123" name="Google Shape;123;p13"/>
          <p:cNvSpPr txBox="1"/>
          <p:nvPr/>
        </p:nvSpPr>
        <p:spPr>
          <a:xfrm>
            <a:off x="11065850" y="30223050"/>
            <a:ext cx="8839200" cy="54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2400">
                <a:solidFill>
                  <a:schemeClr val="dk2"/>
                </a:solidFill>
              </a:rPr>
              <a:t>B. Lactobacilles</a:t>
            </a:r>
            <a:endParaRPr b="1" sz="2400">
              <a:solidFill>
                <a:schemeClr val="dk2"/>
              </a:solidFill>
            </a:endParaRPr>
          </a:p>
        </p:txBody>
      </p:sp>
      <p:sp>
        <p:nvSpPr>
          <p:cNvPr id="124" name="Google Shape;124;p13"/>
          <p:cNvSpPr txBox="1"/>
          <p:nvPr>
            <p:ph idx="1" type="subTitle"/>
          </p:nvPr>
        </p:nvSpPr>
        <p:spPr>
          <a:xfrm>
            <a:off x="898786" y="38855803"/>
            <a:ext cx="28211700" cy="1533300"/>
          </a:xfrm>
          <a:prstGeom prst="rect">
            <a:avLst/>
          </a:prstGeom>
        </p:spPr>
        <p:txBody>
          <a:bodyPr anchorCtr="0" anchor="t" bIns="454275" lIns="454275" spcFirstLastPara="1" rIns="454275" wrap="square" tIns="454275">
            <a:spAutoFit/>
          </a:bodyPr>
          <a:lstStyle/>
          <a:p>
            <a:pPr indent="0" lvl="0" marL="0" rtl="0" algn="l">
              <a:spcBef>
                <a:spcPts val="0"/>
              </a:spcBef>
              <a:spcAft>
                <a:spcPts val="0"/>
              </a:spcAft>
              <a:buNone/>
            </a:pPr>
            <a:r>
              <a:rPr b="1" lang="fr" sz="4000">
                <a:solidFill>
                  <a:schemeClr val="dk1"/>
                </a:solidFill>
              </a:rPr>
              <a:t>Discussion et perspectives</a:t>
            </a:r>
            <a:endParaRPr b="1" sz="4000">
              <a:solidFill>
                <a:schemeClr val="dk1"/>
              </a:solidFill>
            </a:endParaRPr>
          </a:p>
        </p:txBody>
      </p:sp>
      <p:sp>
        <p:nvSpPr>
          <p:cNvPr id="125" name="Google Shape;125;p13"/>
          <p:cNvSpPr txBox="1"/>
          <p:nvPr/>
        </p:nvSpPr>
        <p:spPr>
          <a:xfrm>
            <a:off x="1947525" y="17788235"/>
            <a:ext cx="3994200" cy="1183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sz="3244">
                <a:solidFill>
                  <a:schemeClr val="dk1"/>
                </a:solidFill>
              </a:rPr>
              <a:t>généraliste</a:t>
            </a:r>
            <a:endParaRPr sz="3244">
              <a:solidFill>
                <a:schemeClr val="dk1"/>
              </a:solidFill>
            </a:endParaRPr>
          </a:p>
          <a:p>
            <a:pPr indent="0" lvl="0" marL="0" rtl="0" algn="ctr">
              <a:spcBef>
                <a:spcPts val="0"/>
              </a:spcBef>
              <a:spcAft>
                <a:spcPts val="0"/>
              </a:spcAft>
              <a:buNone/>
            </a:pPr>
            <a:r>
              <a:rPr lang="fr" sz="3244">
                <a:solidFill>
                  <a:schemeClr val="dk1"/>
                </a:solidFill>
              </a:rPr>
              <a:t>parcimonie</a:t>
            </a:r>
            <a:endParaRPr sz="3244">
              <a:solidFill>
                <a:schemeClr val="dk1"/>
              </a:solidFill>
            </a:endParaRPr>
          </a:p>
        </p:txBody>
      </p:sp>
      <p:sp>
        <p:nvSpPr>
          <p:cNvPr id="126" name="Google Shape;126;p13"/>
          <p:cNvSpPr txBox="1"/>
          <p:nvPr/>
        </p:nvSpPr>
        <p:spPr>
          <a:xfrm>
            <a:off x="5976212" y="17789588"/>
            <a:ext cx="4548300" cy="168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sz="3244">
                <a:solidFill>
                  <a:schemeClr val="dk1"/>
                </a:solidFill>
              </a:rPr>
              <a:t>nucléotide - nucléotide</a:t>
            </a:r>
            <a:endParaRPr sz="3244">
              <a:solidFill>
                <a:schemeClr val="dk1"/>
              </a:solidFill>
            </a:endParaRPr>
          </a:p>
          <a:p>
            <a:pPr indent="0" lvl="0" marL="0" rtl="0" algn="ctr">
              <a:spcBef>
                <a:spcPts val="0"/>
              </a:spcBef>
              <a:spcAft>
                <a:spcPts val="0"/>
              </a:spcAft>
              <a:buNone/>
            </a:pPr>
            <a:r>
              <a:rPr lang="fr" sz="3244">
                <a:solidFill>
                  <a:schemeClr val="dk1"/>
                </a:solidFill>
              </a:rPr>
              <a:t>extension de k-mer</a:t>
            </a:r>
            <a:endParaRPr sz="3244">
              <a:solidFill>
                <a:schemeClr val="dk1"/>
              </a:solidFill>
            </a:endParaRPr>
          </a:p>
          <a:p>
            <a:pPr indent="0" lvl="0" marL="0" rtl="0" algn="ctr">
              <a:spcBef>
                <a:spcPts val="0"/>
              </a:spcBef>
              <a:spcAft>
                <a:spcPts val="0"/>
              </a:spcAft>
              <a:buNone/>
            </a:pPr>
            <a:r>
              <a:t/>
            </a:r>
            <a:endParaRPr sz="3244">
              <a:solidFill>
                <a:schemeClr val="dk1"/>
              </a:solidFill>
            </a:endParaRPr>
          </a:p>
        </p:txBody>
      </p:sp>
      <p:pic>
        <p:nvPicPr>
          <p:cNvPr id="127" name="Google Shape;127;p13"/>
          <p:cNvPicPr preferRelativeResize="0"/>
          <p:nvPr/>
        </p:nvPicPr>
        <p:blipFill rotWithShape="1">
          <a:blip r:embed="rId15">
            <a:alphaModFix/>
          </a:blip>
          <a:srcRect b="-7723" l="25975" r="0" t="0"/>
          <a:stretch/>
        </p:blipFill>
        <p:spPr>
          <a:xfrm>
            <a:off x="3617257" y="19243692"/>
            <a:ext cx="5282165" cy="1287900"/>
          </a:xfrm>
          <a:prstGeom prst="rect">
            <a:avLst/>
          </a:prstGeom>
          <a:noFill/>
          <a:ln>
            <a:noFill/>
          </a:ln>
        </p:spPr>
      </p:pic>
      <p:sp>
        <p:nvSpPr>
          <p:cNvPr id="128" name="Google Shape;128;p13"/>
          <p:cNvSpPr txBox="1"/>
          <p:nvPr/>
        </p:nvSpPr>
        <p:spPr>
          <a:xfrm>
            <a:off x="3262847" y="20245874"/>
            <a:ext cx="6602100" cy="891000"/>
          </a:xfrm>
          <a:prstGeom prst="rect">
            <a:avLst/>
          </a:prstGeom>
          <a:noFill/>
          <a:ln>
            <a:noFill/>
          </a:ln>
        </p:spPr>
        <p:txBody>
          <a:bodyPr anchorCtr="0" anchor="t" bIns="258200" lIns="258200" spcFirstLastPara="1" rIns="258200" wrap="square" tIns="258200">
            <a:noAutofit/>
          </a:bodyPr>
          <a:lstStyle/>
          <a:p>
            <a:pPr indent="0" lvl="0" marL="0" rtl="0" algn="l">
              <a:spcBef>
                <a:spcPts val="0"/>
              </a:spcBef>
              <a:spcAft>
                <a:spcPts val="0"/>
              </a:spcAft>
              <a:buNone/>
            </a:pPr>
            <a:r>
              <a:rPr lang="fr" sz="2400">
                <a:solidFill>
                  <a:schemeClr val="dk1"/>
                </a:solidFill>
              </a:rPr>
              <a:t>➤ Retournent des scores de similarité</a:t>
            </a:r>
            <a:endParaRPr sz="2400">
              <a:solidFill>
                <a:schemeClr val="dk1"/>
              </a:solidFill>
            </a:endParaRPr>
          </a:p>
        </p:txBody>
      </p:sp>
      <p:cxnSp>
        <p:nvCxnSpPr>
          <p:cNvPr id="129" name="Google Shape;129;p13"/>
          <p:cNvCxnSpPr/>
          <p:nvPr/>
        </p:nvCxnSpPr>
        <p:spPr>
          <a:xfrm>
            <a:off x="3467921" y="11295921"/>
            <a:ext cx="953400" cy="7200"/>
          </a:xfrm>
          <a:prstGeom prst="curvedConnector3">
            <a:avLst>
              <a:gd fmla="val 79174" name="adj1"/>
            </a:avLst>
          </a:prstGeom>
          <a:noFill/>
          <a:ln cap="flat" cmpd="sng" w="114300">
            <a:solidFill>
              <a:schemeClr val="dk1"/>
            </a:solidFill>
            <a:prstDash val="solid"/>
            <a:round/>
            <a:headEnd len="med" w="med" type="none"/>
            <a:tailEnd len="med" w="med" type="stealth"/>
          </a:ln>
        </p:spPr>
      </p:cxnSp>
      <p:sp>
        <p:nvSpPr>
          <p:cNvPr id="130" name="Google Shape;130;p13"/>
          <p:cNvSpPr txBox="1"/>
          <p:nvPr/>
        </p:nvSpPr>
        <p:spPr>
          <a:xfrm>
            <a:off x="1206500" y="27842111"/>
            <a:ext cx="27956100" cy="18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3548">
                <a:solidFill>
                  <a:schemeClr val="dk1"/>
                </a:solidFill>
              </a:rPr>
              <a:t>L’analyse des F1-scores (Fig.1) indique un </a:t>
            </a:r>
            <a:r>
              <a:rPr b="1" lang="fr" sz="3548">
                <a:solidFill>
                  <a:schemeClr val="dk1"/>
                </a:solidFill>
              </a:rPr>
              <a:t>bénéfice des jeux de référence / d’entra</a:t>
            </a:r>
            <a:r>
              <a:rPr b="1" lang="fr" sz="3548">
                <a:solidFill>
                  <a:schemeClr val="dk1"/>
                </a:solidFill>
              </a:rPr>
              <a:t>înement spécifiques du milieu</a:t>
            </a:r>
            <a:r>
              <a:rPr b="1" lang="fr" sz="3548">
                <a:solidFill>
                  <a:schemeClr val="dk1"/>
                </a:solidFill>
              </a:rPr>
              <a:t> urinaire, </a:t>
            </a:r>
            <a:r>
              <a:rPr lang="fr" sz="3548">
                <a:solidFill>
                  <a:schemeClr val="dk1"/>
                </a:solidFill>
              </a:rPr>
              <a:t>avec peu ou</a:t>
            </a:r>
            <a:r>
              <a:rPr b="1" lang="fr" sz="3548">
                <a:solidFill>
                  <a:schemeClr val="dk1"/>
                </a:solidFill>
              </a:rPr>
              <a:t> </a:t>
            </a:r>
            <a:r>
              <a:rPr lang="fr" sz="3548">
                <a:solidFill>
                  <a:schemeClr val="dk1"/>
                </a:solidFill>
              </a:rPr>
              <a:t>pas d’avantage à (1) équilibrer le nombre de représentants par espèce; (2) utiliser v3-v4 vs 16S complet.</a:t>
            </a:r>
            <a:endParaRPr sz="3548">
              <a:solidFill>
                <a:schemeClr val="dk1"/>
              </a:solidFill>
            </a:endParaRPr>
          </a:p>
          <a:p>
            <a:pPr indent="0" lvl="0" marL="0" rtl="0" algn="l">
              <a:spcBef>
                <a:spcPts val="0"/>
              </a:spcBef>
              <a:spcAft>
                <a:spcPts val="0"/>
              </a:spcAft>
              <a:buNone/>
            </a:pPr>
            <a:r>
              <a:rPr lang="fr" sz="3548">
                <a:solidFill>
                  <a:schemeClr val="dk1"/>
                </a:solidFill>
              </a:rPr>
              <a:t>A ce stade, RapidFuzz &lt; modèles ML &lt; Blastn.</a:t>
            </a:r>
            <a:endParaRPr/>
          </a:p>
        </p:txBody>
      </p:sp>
      <p:cxnSp>
        <p:nvCxnSpPr>
          <p:cNvPr id="131" name="Google Shape;131;p13"/>
          <p:cNvCxnSpPr/>
          <p:nvPr/>
        </p:nvCxnSpPr>
        <p:spPr>
          <a:xfrm>
            <a:off x="8763821" y="11305446"/>
            <a:ext cx="953400" cy="7200"/>
          </a:xfrm>
          <a:prstGeom prst="curvedConnector3">
            <a:avLst>
              <a:gd fmla="val 79174" name="adj1"/>
            </a:avLst>
          </a:prstGeom>
          <a:noFill/>
          <a:ln cap="flat" cmpd="sng" w="114300">
            <a:solidFill>
              <a:schemeClr val="dk1"/>
            </a:solidFill>
            <a:prstDash val="solid"/>
            <a:round/>
            <a:headEnd len="med" w="med" type="none"/>
            <a:tailEnd len="med" w="med" type="stealth"/>
          </a:ln>
        </p:spPr>
      </p:cxnSp>
      <p:pic>
        <p:nvPicPr>
          <p:cNvPr id="132" name="Google Shape;132;p13" title="hist_legend.png"/>
          <p:cNvPicPr preferRelativeResize="0"/>
          <p:nvPr/>
        </p:nvPicPr>
        <p:blipFill rotWithShape="1">
          <a:blip r:embed="rId16">
            <a:alphaModFix/>
          </a:blip>
          <a:srcRect b="94197" l="33047" r="0" t="3660"/>
          <a:stretch/>
        </p:blipFill>
        <p:spPr>
          <a:xfrm>
            <a:off x="7889425" y="30286411"/>
            <a:ext cx="5850000" cy="400745"/>
          </a:xfrm>
          <a:prstGeom prst="rect">
            <a:avLst/>
          </a:prstGeom>
          <a:noFill/>
          <a:ln>
            <a:noFill/>
          </a:ln>
        </p:spPr>
      </p:pic>
      <p:pic>
        <p:nvPicPr>
          <p:cNvPr id="133" name="Google Shape;133;p13" title="logo-CHU 2017.jpg"/>
          <p:cNvPicPr preferRelativeResize="0"/>
          <p:nvPr/>
        </p:nvPicPr>
        <p:blipFill>
          <a:blip r:embed="rId17">
            <a:alphaModFix/>
          </a:blip>
          <a:stretch>
            <a:fillRect/>
          </a:stretch>
        </p:blipFill>
        <p:spPr>
          <a:xfrm>
            <a:off x="316600" y="2634875"/>
            <a:ext cx="3413700" cy="1767500"/>
          </a:xfrm>
          <a:prstGeom prst="rect">
            <a:avLst/>
          </a:prstGeom>
          <a:noFill/>
          <a:ln>
            <a:noFill/>
          </a:ln>
        </p:spPr>
      </p:pic>
      <p:pic>
        <p:nvPicPr>
          <p:cNvPr id="134" name="Google Shape;134;p13"/>
          <p:cNvPicPr preferRelativeResize="0"/>
          <p:nvPr/>
        </p:nvPicPr>
        <p:blipFill>
          <a:blip r:embed="rId18">
            <a:alphaModFix/>
          </a:blip>
          <a:stretch>
            <a:fillRect/>
          </a:stretch>
        </p:blipFill>
        <p:spPr>
          <a:xfrm>
            <a:off x="24640517" y="444937"/>
            <a:ext cx="5184732" cy="1004250"/>
          </a:xfrm>
          <a:prstGeom prst="rect">
            <a:avLst/>
          </a:prstGeom>
          <a:noFill/>
          <a:ln>
            <a:noFill/>
          </a:ln>
        </p:spPr>
      </p:pic>
      <p:cxnSp>
        <p:nvCxnSpPr>
          <p:cNvPr id="135" name="Google Shape;135;p13"/>
          <p:cNvCxnSpPr/>
          <p:nvPr/>
        </p:nvCxnSpPr>
        <p:spPr>
          <a:xfrm>
            <a:off x="29152759" y="23051420"/>
            <a:ext cx="0" cy="1607700"/>
          </a:xfrm>
          <a:prstGeom prst="straightConnector1">
            <a:avLst/>
          </a:prstGeom>
          <a:noFill/>
          <a:ln cap="flat" cmpd="sng" w="38100">
            <a:solidFill>
              <a:schemeClr val="dk2"/>
            </a:solidFill>
            <a:prstDash val="solid"/>
            <a:round/>
            <a:headEnd len="med" w="med" type="none"/>
            <a:tailEnd len="med" w="med" type="none"/>
          </a:ln>
        </p:spPr>
      </p:cxnSp>
      <p:cxnSp>
        <p:nvCxnSpPr>
          <p:cNvPr id="136" name="Google Shape;136;p13"/>
          <p:cNvCxnSpPr/>
          <p:nvPr/>
        </p:nvCxnSpPr>
        <p:spPr>
          <a:xfrm>
            <a:off x="29152759" y="24823070"/>
            <a:ext cx="0" cy="1607700"/>
          </a:xfrm>
          <a:prstGeom prst="straightConnector1">
            <a:avLst/>
          </a:prstGeom>
          <a:noFill/>
          <a:ln cap="flat" cmpd="sng" w="38100">
            <a:solidFill>
              <a:schemeClr val="dk2"/>
            </a:solidFill>
            <a:prstDash val="solid"/>
            <a:round/>
            <a:headEnd len="med" w="med" type="none"/>
            <a:tailEnd len="med" w="med" type="none"/>
          </a:ln>
        </p:spPr>
      </p:cxnSp>
      <p:sp>
        <p:nvSpPr>
          <p:cNvPr id="137" name="Google Shape;137;p13"/>
          <p:cNvSpPr/>
          <p:nvPr/>
        </p:nvSpPr>
        <p:spPr>
          <a:xfrm>
            <a:off x="1238250" y="24822150"/>
            <a:ext cx="28308300" cy="1629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3"/>
          <p:cNvSpPr/>
          <p:nvPr/>
        </p:nvSpPr>
        <p:spPr>
          <a:xfrm>
            <a:off x="1219200" y="23031450"/>
            <a:ext cx="28308300" cy="1629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9" name="Google Shape;139;p13"/>
          <p:cNvGrpSpPr/>
          <p:nvPr/>
        </p:nvGrpSpPr>
        <p:grpSpPr>
          <a:xfrm>
            <a:off x="1205253" y="30790052"/>
            <a:ext cx="9052226" cy="7244001"/>
            <a:chOff x="1186203" y="30790052"/>
            <a:chExt cx="9052226" cy="7244001"/>
          </a:xfrm>
        </p:grpSpPr>
        <p:pic>
          <p:nvPicPr>
            <p:cNvPr id="140" name="Google Shape;140;p13" title="hist_uri_patho.png"/>
            <p:cNvPicPr preferRelativeResize="0"/>
            <p:nvPr/>
          </p:nvPicPr>
          <p:blipFill rotWithShape="1">
            <a:blip r:embed="rId19">
              <a:alphaModFix/>
            </a:blip>
            <a:srcRect b="661" l="0" r="0" t="670"/>
            <a:stretch/>
          </p:blipFill>
          <p:spPr>
            <a:xfrm>
              <a:off x="4549398" y="31322756"/>
              <a:ext cx="5442100" cy="6624724"/>
            </a:xfrm>
            <a:prstGeom prst="rect">
              <a:avLst/>
            </a:prstGeom>
            <a:noFill/>
            <a:ln>
              <a:noFill/>
            </a:ln>
          </p:spPr>
        </p:pic>
        <p:sp>
          <p:nvSpPr>
            <p:cNvPr id="141" name="Google Shape;141;p13"/>
            <p:cNvSpPr txBox="1"/>
            <p:nvPr/>
          </p:nvSpPr>
          <p:spPr>
            <a:xfrm>
              <a:off x="6648629" y="37683815"/>
              <a:ext cx="3589800" cy="3441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600">
                  <a:solidFill>
                    <a:schemeClr val="dk2"/>
                  </a:solidFill>
                </a:rPr>
                <a:t>0         1        2         3         4        5</a:t>
              </a:r>
              <a:endParaRPr b="1" sz="1600">
                <a:solidFill>
                  <a:schemeClr val="dk2"/>
                </a:solidFill>
              </a:endParaRPr>
            </a:p>
          </p:txBody>
        </p:sp>
        <p:pic>
          <p:nvPicPr>
            <p:cNvPr id="142" name="Google Shape;142;p13" title="hist_refseq_patho.png"/>
            <p:cNvPicPr preferRelativeResize="0"/>
            <p:nvPr/>
          </p:nvPicPr>
          <p:blipFill rotWithShape="1">
            <a:blip r:embed="rId20">
              <a:alphaModFix/>
            </a:blip>
            <a:srcRect b="0" l="39562" r="0" t="0"/>
            <a:stretch/>
          </p:blipFill>
          <p:spPr>
            <a:xfrm flipH="1">
              <a:off x="1186203" y="31329950"/>
              <a:ext cx="3286649" cy="6552000"/>
            </a:xfrm>
            <a:prstGeom prst="rect">
              <a:avLst/>
            </a:prstGeom>
            <a:noFill/>
            <a:ln>
              <a:noFill/>
            </a:ln>
          </p:spPr>
        </p:pic>
        <p:sp>
          <p:nvSpPr>
            <p:cNvPr id="143" name="Google Shape;143;p13"/>
            <p:cNvSpPr txBox="1"/>
            <p:nvPr/>
          </p:nvSpPr>
          <p:spPr>
            <a:xfrm>
              <a:off x="1214445" y="37689953"/>
              <a:ext cx="3589800" cy="3441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600">
                  <a:solidFill>
                    <a:schemeClr val="dk2"/>
                  </a:solidFill>
                </a:rPr>
                <a:t>5</a:t>
              </a:r>
              <a:r>
                <a:rPr b="1" lang="fr" sz="1600">
                  <a:solidFill>
                    <a:schemeClr val="dk2"/>
                  </a:solidFill>
                </a:rPr>
                <a:t>         4         3        2         1         0</a:t>
              </a:r>
              <a:endParaRPr b="1" sz="1600">
                <a:solidFill>
                  <a:schemeClr val="dk2"/>
                </a:solidFill>
              </a:endParaRPr>
            </a:p>
          </p:txBody>
        </p:sp>
        <p:grpSp>
          <p:nvGrpSpPr>
            <p:cNvPr id="144" name="Google Shape;144;p13"/>
            <p:cNvGrpSpPr/>
            <p:nvPr/>
          </p:nvGrpSpPr>
          <p:grpSpPr>
            <a:xfrm>
              <a:off x="1375711" y="30790052"/>
              <a:ext cx="8408435" cy="356409"/>
              <a:chOff x="2021198" y="30419898"/>
              <a:chExt cx="8408435" cy="356409"/>
            </a:xfrm>
          </p:grpSpPr>
          <p:sp>
            <p:nvSpPr>
              <p:cNvPr id="145" name="Google Shape;145;p13"/>
              <p:cNvSpPr txBox="1"/>
              <p:nvPr/>
            </p:nvSpPr>
            <p:spPr>
              <a:xfrm>
                <a:off x="7336633" y="30419906"/>
                <a:ext cx="3093000" cy="356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2400">
                    <a:solidFill>
                      <a:schemeClr val="dk2"/>
                    </a:solidFill>
                  </a:rPr>
                  <a:t>Urinary_2-10</a:t>
                </a:r>
                <a:endParaRPr b="1" sz="2400">
                  <a:solidFill>
                    <a:schemeClr val="dk2"/>
                  </a:solidFill>
                </a:endParaRPr>
              </a:p>
            </p:txBody>
          </p:sp>
          <p:sp>
            <p:nvSpPr>
              <p:cNvPr id="146" name="Google Shape;146;p13"/>
              <p:cNvSpPr txBox="1"/>
              <p:nvPr/>
            </p:nvSpPr>
            <p:spPr>
              <a:xfrm>
                <a:off x="2021198" y="30419898"/>
                <a:ext cx="3093000" cy="356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2400">
                    <a:solidFill>
                      <a:schemeClr val="dk2"/>
                    </a:solidFill>
                  </a:rPr>
                  <a:t>Refseq</a:t>
                </a:r>
                <a:endParaRPr b="1" sz="2400">
                  <a:solidFill>
                    <a:schemeClr val="dk2"/>
                  </a:solidFill>
                </a:endParaRPr>
              </a:p>
            </p:txBody>
          </p:sp>
        </p:grpSp>
      </p:grpSp>
      <p:grpSp>
        <p:nvGrpSpPr>
          <p:cNvPr id="147" name="Google Shape;147;p13"/>
          <p:cNvGrpSpPr/>
          <p:nvPr/>
        </p:nvGrpSpPr>
        <p:grpSpPr>
          <a:xfrm>
            <a:off x="11551330" y="30800364"/>
            <a:ext cx="8627173" cy="7227554"/>
            <a:chOff x="11532280" y="30800364"/>
            <a:chExt cx="8627173" cy="7227554"/>
          </a:xfrm>
        </p:grpSpPr>
        <p:pic>
          <p:nvPicPr>
            <p:cNvPr id="148" name="Google Shape;148;p13" title="hist_refseq_lacto.png"/>
            <p:cNvPicPr preferRelativeResize="0"/>
            <p:nvPr/>
          </p:nvPicPr>
          <p:blipFill rotWithShape="1">
            <a:blip r:embed="rId21">
              <a:alphaModFix/>
            </a:blip>
            <a:srcRect b="0" l="35316" r="0" t="0"/>
            <a:stretch/>
          </p:blipFill>
          <p:spPr>
            <a:xfrm flipH="1">
              <a:off x="11532280" y="31289585"/>
              <a:ext cx="3286653" cy="6710401"/>
            </a:xfrm>
            <a:prstGeom prst="rect">
              <a:avLst/>
            </a:prstGeom>
            <a:noFill/>
            <a:ln>
              <a:noFill/>
            </a:ln>
          </p:spPr>
        </p:pic>
        <p:sp>
          <p:nvSpPr>
            <p:cNvPr id="149" name="Google Shape;149;p13"/>
            <p:cNvSpPr txBox="1"/>
            <p:nvPr/>
          </p:nvSpPr>
          <p:spPr>
            <a:xfrm>
              <a:off x="11562830" y="37672069"/>
              <a:ext cx="3413700" cy="3441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600">
                  <a:solidFill>
                    <a:schemeClr val="dk2"/>
                  </a:solidFill>
                </a:rPr>
                <a:t>3</a:t>
              </a:r>
              <a:r>
                <a:rPr b="1" lang="fr" sz="1600">
                  <a:solidFill>
                    <a:schemeClr val="dk2"/>
                  </a:solidFill>
                </a:rPr>
                <a:t>                2                1                0</a:t>
              </a:r>
              <a:endParaRPr b="1" sz="1600">
                <a:solidFill>
                  <a:schemeClr val="dk2"/>
                </a:solidFill>
              </a:endParaRPr>
            </a:p>
          </p:txBody>
        </p:sp>
        <p:pic>
          <p:nvPicPr>
            <p:cNvPr id="150" name="Google Shape;150;p13" title="hist_uri_lacto.png"/>
            <p:cNvPicPr preferRelativeResize="0"/>
            <p:nvPr/>
          </p:nvPicPr>
          <p:blipFill rotWithShape="1">
            <a:blip r:embed="rId22">
              <a:alphaModFix/>
            </a:blip>
            <a:srcRect b="0" l="39" r="49" t="0"/>
            <a:stretch/>
          </p:blipFill>
          <p:spPr>
            <a:xfrm>
              <a:off x="14830688" y="31269987"/>
              <a:ext cx="5101348" cy="6710401"/>
            </a:xfrm>
            <a:prstGeom prst="rect">
              <a:avLst/>
            </a:prstGeom>
            <a:noFill/>
            <a:ln>
              <a:noFill/>
            </a:ln>
          </p:spPr>
        </p:pic>
        <p:sp>
          <p:nvSpPr>
            <p:cNvPr id="151" name="Google Shape;151;p13"/>
            <p:cNvSpPr txBox="1"/>
            <p:nvPr/>
          </p:nvSpPr>
          <p:spPr>
            <a:xfrm>
              <a:off x="16569652" y="37683818"/>
              <a:ext cx="3589800" cy="3441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600">
                  <a:solidFill>
                    <a:schemeClr val="dk2"/>
                  </a:solidFill>
                </a:rPr>
                <a:t>0                1                2                3</a:t>
              </a:r>
              <a:endParaRPr b="1" sz="1600">
                <a:solidFill>
                  <a:schemeClr val="dk2"/>
                </a:solidFill>
              </a:endParaRPr>
            </a:p>
          </p:txBody>
        </p:sp>
        <p:grpSp>
          <p:nvGrpSpPr>
            <p:cNvPr id="152" name="Google Shape;152;p13"/>
            <p:cNvGrpSpPr/>
            <p:nvPr/>
          </p:nvGrpSpPr>
          <p:grpSpPr>
            <a:xfrm>
              <a:off x="11652835" y="30800364"/>
              <a:ext cx="8173250" cy="356409"/>
              <a:chOff x="2150550" y="30419898"/>
              <a:chExt cx="8173250" cy="356409"/>
            </a:xfrm>
          </p:grpSpPr>
          <p:sp>
            <p:nvSpPr>
              <p:cNvPr id="153" name="Google Shape;153;p13"/>
              <p:cNvSpPr txBox="1"/>
              <p:nvPr/>
            </p:nvSpPr>
            <p:spPr>
              <a:xfrm>
                <a:off x="7230800" y="30419906"/>
                <a:ext cx="3093000" cy="356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2400">
                    <a:solidFill>
                      <a:schemeClr val="dk2"/>
                    </a:solidFill>
                  </a:rPr>
                  <a:t>Urinary_2-10</a:t>
                </a:r>
                <a:endParaRPr b="1" sz="2400">
                  <a:solidFill>
                    <a:schemeClr val="dk2"/>
                  </a:solidFill>
                </a:endParaRPr>
              </a:p>
            </p:txBody>
          </p:sp>
          <p:sp>
            <p:nvSpPr>
              <p:cNvPr id="154" name="Google Shape;154;p13"/>
              <p:cNvSpPr txBox="1"/>
              <p:nvPr/>
            </p:nvSpPr>
            <p:spPr>
              <a:xfrm>
                <a:off x="2150550" y="30419898"/>
                <a:ext cx="3093000" cy="356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2400">
                    <a:solidFill>
                      <a:schemeClr val="dk2"/>
                    </a:solidFill>
                  </a:rPr>
                  <a:t>Refseq</a:t>
                </a:r>
                <a:endParaRPr b="1" sz="2400">
                  <a:solidFill>
                    <a:schemeClr val="dk2"/>
                  </a:solidFill>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